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1" r:id="rId1"/>
  </p:sldMasterIdLst>
  <p:notesMasterIdLst>
    <p:notesMasterId r:id="rId11"/>
  </p:notesMasterIdLst>
  <p:handoutMasterIdLst>
    <p:handoutMasterId r:id="rId12"/>
  </p:handoutMasterIdLst>
  <p:sldIdLst>
    <p:sldId id="390" r:id="rId2"/>
    <p:sldId id="257" r:id="rId3"/>
    <p:sldId id="258" r:id="rId4"/>
    <p:sldId id="392" r:id="rId5"/>
    <p:sldId id="260" r:id="rId6"/>
    <p:sldId id="259" r:id="rId7"/>
    <p:sldId id="261" r:id="rId8"/>
    <p:sldId id="393" r:id="rId9"/>
    <p:sldId id="391" r:id="rId10"/>
  </p:sldIdLst>
  <p:sldSz cx="9144000" cy="5143500" type="screen16x9"/>
  <p:notesSz cx="7023100" cy="93091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42423"/>
    <a:srgbClr val="FF00FF"/>
    <a:srgbClr val="141413"/>
    <a:srgbClr val="030303"/>
    <a:srgbClr val="F1EFEB"/>
    <a:srgbClr val="B3B0A9"/>
    <a:srgbClr val="D3CFC8"/>
    <a:srgbClr val="F0EEEB"/>
    <a:srgbClr val="D2CF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ECBFE8-ABA2-D96E-1F72-D37CAD4487A4}" v="7" dt="2025-08-25T11:56:23.082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2688" autoAdjust="0"/>
  </p:normalViewPr>
  <p:slideViewPr>
    <p:cSldViewPr snapToGrid="0">
      <p:cViewPr varScale="1">
        <p:scale>
          <a:sx n="101" d="100"/>
          <a:sy n="101" d="100"/>
        </p:scale>
        <p:origin x="85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3972" y="6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3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AB53C8EB-E3D3-454A-A062-9B9000C8907A}" type="slidenum">
              <a:rPr lang="en-US" smtClean="0">
                <a:latin typeface="Mark Offc For MC" panose="020B0504020101010102" pitchFamily="34" charset="0"/>
              </a:rPr>
              <a:t>‹#›</a:t>
            </a:fld>
            <a:endParaRPr lang="en-US" dirty="0">
              <a:latin typeface="Mark Offc For MC" panose="020B0504020101010102" pitchFamily="34" charset="0"/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 dirty="0">
              <a:latin typeface="Mark Offc For MC" panose="020B0504020101010102" pitchFamily="34" charset="0"/>
            </a:endParaRPr>
          </a:p>
        </p:txBody>
      </p:sp>
      <p:sp>
        <p:nvSpPr>
          <p:cNvPr id="3" name="Date Placeholder 3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endParaRPr lang="en-US" dirty="0">
              <a:latin typeface="Mark Offc For MC" panose="020B050402010101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3413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>
                <a:latin typeface="Mark Offc For MC" panose="020B0504020101010102" pitchFamily="34" charset="0"/>
              </a:defRPr>
            </a:lvl1pPr>
          </a:lstStyle>
          <a:p>
            <a:fld id="{9D321C93-C6C5-43C9-BDBB-3B3926036F6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>
                <a:latin typeface="Mark Offc For MC" panose="020B0504020101010102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>
                <a:latin typeface="Mark Offc For MC" panose="020B0504020101010102" pitchFamily="34" charset="0"/>
              </a:defRPr>
            </a:lvl1pPr>
          </a:lstStyle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2" name="Header Placeholder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>
                <a:latin typeface="Mark Offc For MC" panose="020B0504020101010102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39771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685800" rtl="0" eaLnBrk="1" latinLnBrk="0" hangingPunct="1">
      <a:defRPr sz="900" kern="1200">
        <a:solidFill>
          <a:schemeClr val="tx1"/>
        </a:solidFill>
        <a:latin typeface="Mark Offc For MC" panose="020B0504020101010102" pitchFamily="34" charset="0"/>
        <a:ea typeface="+mn-ea"/>
        <a:cs typeface="+mn-cs"/>
      </a:defRPr>
    </a:lvl1pPr>
    <a:lvl2pPr marL="228600" indent="-228600" algn="l" defTabSz="685800" rtl="0" eaLnBrk="1" latinLnBrk="0" hangingPunct="1">
      <a:buFont typeface="Mark Offc For MC" panose="020B0504020101010102" pitchFamily="34" charset="0"/>
      <a:buChar char="•"/>
      <a:defRPr sz="900" kern="1200">
        <a:solidFill>
          <a:schemeClr val="tx1"/>
        </a:solidFill>
        <a:latin typeface="Mark Offc For MC" panose="020B0504020101010102" pitchFamily="34" charset="0"/>
        <a:ea typeface="+mn-ea"/>
        <a:cs typeface="+mn-cs"/>
      </a:defRPr>
    </a:lvl2pPr>
    <a:lvl3pPr marL="406400" indent="-177800" algn="l" defTabSz="685800" rtl="0" eaLnBrk="1" latinLnBrk="0" hangingPunct="1">
      <a:buFont typeface="Mark Offc For MC" panose="020B0504020101010102" pitchFamily="34" charset="0"/>
      <a:buChar char="–"/>
      <a:defRPr sz="900" kern="1200">
        <a:solidFill>
          <a:schemeClr val="tx1"/>
        </a:solidFill>
        <a:latin typeface="Mark Offc For MC" panose="020B0504020101010102" pitchFamily="34" charset="0"/>
        <a:ea typeface="+mn-ea"/>
        <a:cs typeface="+mn-cs"/>
      </a:defRPr>
    </a:lvl3pPr>
    <a:lvl4pPr marL="577850" indent="-171450" algn="l" defTabSz="685800" rtl="0" eaLnBrk="1" latinLnBrk="0" hangingPunct="1">
      <a:buFont typeface="Mark Offc For MC" panose="020B0504020101010102" pitchFamily="34" charset="0"/>
      <a:buChar char="•"/>
      <a:defRPr sz="900" kern="1200">
        <a:solidFill>
          <a:schemeClr val="tx1"/>
        </a:solidFill>
        <a:latin typeface="Mark Offc For MC" panose="020B0504020101010102" pitchFamily="34" charset="0"/>
        <a:ea typeface="+mn-ea"/>
        <a:cs typeface="+mn-cs"/>
      </a:defRPr>
    </a:lvl4pPr>
    <a:lvl5pPr marL="800100" indent="-228600" algn="l" defTabSz="685800" rtl="0" eaLnBrk="1" latinLnBrk="0" hangingPunct="1">
      <a:buFont typeface="Mark Offc For MC" panose="020B0504020101010102" pitchFamily="34" charset="0"/>
      <a:buChar char="–"/>
      <a:defRPr sz="900" kern="1200">
        <a:solidFill>
          <a:schemeClr val="tx1"/>
        </a:solidFill>
        <a:latin typeface="Mark Offc For MC" panose="020B0504020101010102" pitchFamily="34" charset="0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SlideNameDept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64592" y="3466431"/>
            <a:ext cx="3124200" cy="170816"/>
          </a:xfrm>
        </p:spPr>
        <p:txBody>
          <a:bodyPr vert="horz" lIns="91440" tIns="0" rIns="91440" bIns="45720" rtlCol="0" anchor="t" anchorCtr="0">
            <a:spAutoFit/>
          </a:bodyPr>
          <a:lstStyle>
            <a:lvl1pPr marL="115885" indent="-115885">
              <a:buNone/>
              <a:defRPr lang="en-US" sz="900" b="0" cap="none" baseline="0" dirty="0" smtClean="0">
                <a:latin typeface="MarkForMC Nrw O" panose="020B0506020201010104" pitchFamily="34" charset="0"/>
              </a:defRPr>
            </a:lvl1pPr>
          </a:lstStyle>
          <a:p>
            <a:pPr marL="0" lvl="0" indent="0"/>
            <a:r>
              <a:rPr lang="en-US" dirty="0"/>
              <a:t>Click to add presenter name, department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164592" y="3166956"/>
            <a:ext cx="3123564" cy="273844"/>
          </a:xfrm>
          <a:prstGeom prst="rect">
            <a:avLst/>
          </a:prstGeom>
        </p:spPr>
        <p:txBody>
          <a:bodyPr vert="horz" lIns="91440" tIns="45720" rIns="91440" bIns="0" rtlCol="0" anchor="b" anchorCtr="0"/>
          <a:lstStyle>
            <a:lvl1pPr>
              <a:defRPr lang="en-US" sz="900" cap="none" smtClean="0">
                <a:latin typeface="MarkForMC Nrw O" panose="020B0506020201010104" pitchFamily="34" charset="0"/>
              </a:defRPr>
            </a:lvl1pPr>
          </a:lstStyle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 bwMode="gray">
          <a:xfrm>
            <a:off x="164591" y="2717911"/>
            <a:ext cx="6702552" cy="498725"/>
          </a:xfrm>
          <a:ln>
            <a:noFill/>
          </a:ln>
        </p:spPr>
        <p:txBody>
          <a:bodyPr rIns="91440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4" name="Title 1"/>
          <p:cNvSpPr>
            <a:spLocks noGrp="1"/>
          </p:cNvSpPr>
          <p:nvPr>
            <p:ph type="ctrTitle"/>
          </p:nvPr>
        </p:nvSpPr>
        <p:spPr bwMode="gray">
          <a:xfrm>
            <a:off x="164591" y="1430456"/>
            <a:ext cx="6702552" cy="1274195"/>
          </a:xfrm>
          <a:ln>
            <a:noFill/>
          </a:ln>
        </p:spPr>
        <p:txBody>
          <a:bodyPr rIns="91440" anchor="b"/>
          <a:lstStyle>
            <a:lvl1pPr algn="l">
              <a:lnSpc>
                <a:spcPct val="80000"/>
              </a:lnSpc>
              <a:defRPr sz="4800" b="0">
                <a:solidFill>
                  <a:schemeClr val="tx1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0" name="Graphic 9">
            <a:extLst>
              <a:ext uri="{FF2B5EF4-FFF2-40B4-BE49-F238E27FC236}">
                <a16:creationId xmlns:a16="http://schemas.microsoft.com/office/drawing/2014/main" id="{28569B48-3CBC-4E67-8F4C-8DE5AF659169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5118976-F83B-4161-8DA3-9BD54B2A61B3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F533C0F-710F-43B4-AB60-15799585F936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75A42B5-E23A-4E96-ABCD-201030ED05A6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88898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Graphic - Dark">
    <p:bg bwMode="gray">
      <p:bgPr>
        <a:solidFill>
          <a:srgbClr val="24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SlideNameDept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64592" y="3466431"/>
            <a:ext cx="3124200" cy="170816"/>
          </a:xfrm>
        </p:spPr>
        <p:txBody>
          <a:bodyPr vert="horz" lIns="91440" tIns="0" rIns="91440" bIns="45720" rtlCol="0" anchor="t" anchorCtr="0">
            <a:spAutoFit/>
          </a:bodyPr>
          <a:lstStyle>
            <a:lvl1pPr marL="115885" indent="-115885">
              <a:buNone/>
              <a:defRPr lang="en-US" sz="900" b="0" cap="none" baseline="0" dirty="0" smtClean="0">
                <a:solidFill>
                  <a:srgbClr val="FFFFFF"/>
                </a:solidFill>
                <a:latin typeface="MarkForMC Nrw O" panose="020B0506020201010104" pitchFamily="34" charset="0"/>
              </a:defRPr>
            </a:lvl1pPr>
          </a:lstStyle>
          <a:p>
            <a:pPr marL="0" lvl="0" indent="0"/>
            <a:r>
              <a:rPr lang="en-US" dirty="0"/>
              <a:t>Click to add presenter name, department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164592" y="3166956"/>
            <a:ext cx="3123564" cy="273844"/>
          </a:xfrm>
          <a:prstGeom prst="rect">
            <a:avLst/>
          </a:prstGeom>
        </p:spPr>
        <p:txBody>
          <a:bodyPr vert="horz" lIns="91440" tIns="45720" rIns="91440" bIns="0" rtlCol="0" anchor="b" anchorCtr="0"/>
          <a:lstStyle>
            <a:lvl1pPr>
              <a:defRPr lang="en-US" sz="900" cap="none" smtClean="0">
                <a:solidFill>
                  <a:srgbClr val="FFFFFF"/>
                </a:solidFill>
                <a:latin typeface="MarkForMC Nrw O" panose="020B0506020201010104" pitchFamily="34" charset="0"/>
              </a:defRPr>
            </a:lvl1pPr>
          </a:lstStyle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 bwMode="gray">
          <a:xfrm>
            <a:off x="164591" y="2717911"/>
            <a:ext cx="6702552" cy="498725"/>
          </a:xfrm>
          <a:ln>
            <a:noFill/>
          </a:ln>
        </p:spPr>
        <p:txBody>
          <a:bodyPr rIns="91440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rgbClr val="FFFFFF"/>
                </a:solidFill>
                <a:latin typeface="Mark Offc For MC" panose="020B0504020101010102" pitchFamily="34" charset="0"/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4" name="Title 1"/>
          <p:cNvSpPr>
            <a:spLocks noGrp="1"/>
          </p:cNvSpPr>
          <p:nvPr>
            <p:ph type="ctrTitle"/>
          </p:nvPr>
        </p:nvSpPr>
        <p:spPr bwMode="gray">
          <a:xfrm>
            <a:off x="164591" y="1430456"/>
            <a:ext cx="6702552" cy="1274195"/>
          </a:xfrm>
          <a:ln>
            <a:noFill/>
          </a:ln>
        </p:spPr>
        <p:txBody>
          <a:bodyPr rIns="91440" anchor="b"/>
          <a:lstStyle>
            <a:lvl1pPr algn="l">
              <a:lnSpc>
                <a:spcPct val="80000"/>
              </a:lnSpc>
              <a:defRPr sz="4800" b="0">
                <a:solidFill>
                  <a:srgbClr val="FFFFFF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143DA5ED-EC8F-47D7-99AF-FFD50025629B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E8644FF-21BA-44E2-97CD-A0A837D4E01B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0FC94E2-E937-4C00-884F-B06ADD316975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F292F27-EB87-4FC0-9253-ED0366702A71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167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Graphic - L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SlideNameDept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64592" y="3466431"/>
            <a:ext cx="3124200" cy="170816"/>
          </a:xfrm>
        </p:spPr>
        <p:txBody>
          <a:bodyPr vert="horz" lIns="91440" tIns="0" rIns="91440" bIns="45720" rtlCol="0" anchor="t" anchorCtr="0">
            <a:spAutoFit/>
          </a:bodyPr>
          <a:lstStyle>
            <a:lvl1pPr marL="115885" indent="-115885">
              <a:buNone/>
              <a:defRPr lang="en-US" sz="900" b="0" cap="none" baseline="0" dirty="0" smtClean="0">
                <a:latin typeface="MarkForMC Nrw O" panose="020B0506020201010104" pitchFamily="34" charset="0"/>
              </a:defRPr>
            </a:lvl1pPr>
          </a:lstStyle>
          <a:p>
            <a:pPr marL="0" lvl="0" indent="0"/>
            <a:r>
              <a:rPr lang="en-US" dirty="0"/>
              <a:t>Click to add presenter name, department</a:t>
            </a:r>
          </a:p>
        </p:txBody>
      </p:sp>
      <p:sp>
        <p:nvSpPr>
          <p:cNvPr id="26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164592" y="3166956"/>
            <a:ext cx="3123564" cy="273844"/>
          </a:xfrm>
          <a:prstGeom prst="rect">
            <a:avLst/>
          </a:prstGeom>
        </p:spPr>
        <p:txBody>
          <a:bodyPr vert="horz" lIns="91440" tIns="45720" rIns="91440" bIns="0" rtlCol="0" anchor="b" anchorCtr="0"/>
          <a:lstStyle>
            <a:lvl1pPr>
              <a:defRPr lang="en-US" sz="900" cap="none" smtClean="0">
                <a:latin typeface="MarkForMC Nrw O" panose="020B0506020201010104" pitchFamily="34" charset="0"/>
              </a:defRPr>
            </a:lvl1pPr>
          </a:lstStyle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 bwMode="gray">
          <a:xfrm>
            <a:off x="164591" y="2717911"/>
            <a:ext cx="6702552" cy="498725"/>
          </a:xfrm>
          <a:ln>
            <a:noFill/>
          </a:ln>
        </p:spPr>
        <p:txBody>
          <a:bodyPr rIns="91440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4" name="Title 1"/>
          <p:cNvSpPr>
            <a:spLocks noGrp="1"/>
          </p:cNvSpPr>
          <p:nvPr>
            <p:ph type="ctrTitle"/>
          </p:nvPr>
        </p:nvSpPr>
        <p:spPr bwMode="gray">
          <a:xfrm>
            <a:off x="164591" y="1430456"/>
            <a:ext cx="6702552" cy="1274195"/>
          </a:xfrm>
          <a:ln>
            <a:noFill/>
          </a:ln>
        </p:spPr>
        <p:txBody>
          <a:bodyPr rIns="91440" anchor="b"/>
          <a:lstStyle>
            <a:lvl1pPr algn="l">
              <a:lnSpc>
                <a:spcPct val="80000"/>
              </a:lnSpc>
              <a:defRPr sz="4800" b="0">
                <a:solidFill>
                  <a:schemeClr val="tx1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3" name="Graphic 9">
            <a:extLst>
              <a:ext uri="{FF2B5EF4-FFF2-40B4-BE49-F238E27FC236}">
                <a16:creationId xmlns:a16="http://schemas.microsoft.com/office/drawing/2014/main" id="{A4AE44F8-1426-47A8-AD24-1B39E53FC2A5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3135D-F028-4808-98B4-75D1C3D0E912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6CE0B3E-E368-402F-BDF2-14974FDD38A3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8284E4-ECF5-4258-A538-80CAEFFEE4A2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6637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Custom Image - Dark">
    <p:bg bwMode="gray">
      <p:bgPr>
        <a:solidFill>
          <a:srgbClr val="24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4572000" cy="5143500"/>
          </a:xfrm>
        </p:spPr>
        <p:txBody>
          <a:bodyPr bIns="2011680" anchor="b" anchorCtr="0"/>
          <a:lstStyle>
            <a:lvl1pPr marL="0" indent="0" algn="ctr">
              <a:buNone/>
              <a:defRPr sz="1200">
                <a:solidFill>
                  <a:srgbClr val="94918C"/>
                </a:solidFill>
                <a:latin typeface="+mn-lt"/>
              </a:defRPr>
            </a:lvl1pPr>
          </a:lstStyle>
          <a:p>
            <a:r>
              <a:rPr lang="en-US" dirty="0"/>
              <a:t>Click icon to add image.</a:t>
            </a:r>
            <a:br>
              <a:rPr lang="en-US" dirty="0"/>
            </a:br>
            <a:r>
              <a:rPr lang="en-US" dirty="0"/>
              <a:t>Get </a:t>
            </a:r>
            <a:r>
              <a:rPr lang="en-US" dirty="0" err="1"/>
              <a:t>Mastercard</a:t>
            </a:r>
            <a:r>
              <a:rPr lang="en-US" dirty="0"/>
              <a:t> approved photography and</a:t>
            </a:r>
            <a:br>
              <a:rPr lang="en-US" dirty="0"/>
            </a:br>
            <a:r>
              <a:rPr lang="en-US" dirty="0"/>
              <a:t>imagery guidelines at designcenter.mastercard.com.</a:t>
            </a:r>
          </a:p>
        </p:txBody>
      </p:sp>
      <p:sp>
        <p:nvSpPr>
          <p:cNvPr id="10" name="TitleSlideNameDept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736592" y="3466431"/>
            <a:ext cx="3124200" cy="170816"/>
          </a:xfrm>
        </p:spPr>
        <p:txBody>
          <a:bodyPr vert="horz" lIns="91440" tIns="0" rIns="91440" bIns="45720" rtlCol="0" anchor="t" anchorCtr="0">
            <a:spAutoFit/>
          </a:bodyPr>
          <a:lstStyle>
            <a:lvl1pPr marL="115885" indent="-115885">
              <a:buNone/>
              <a:defRPr lang="en-US" sz="900" b="0" cap="none" baseline="0" dirty="0" smtClean="0">
                <a:solidFill>
                  <a:srgbClr val="FFFFFF"/>
                </a:solidFill>
                <a:latin typeface="MarkForMC Nrw O" panose="020B0506020201010104" pitchFamily="34" charset="0"/>
              </a:defRPr>
            </a:lvl1pPr>
          </a:lstStyle>
          <a:p>
            <a:pPr marL="0" lvl="0" indent="0"/>
            <a:r>
              <a:rPr lang="en-US" dirty="0"/>
              <a:t>Click to add presenter name, department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4736592" y="3166956"/>
            <a:ext cx="3123564" cy="273844"/>
          </a:xfrm>
          <a:prstGeom prst="rect">
            <a:avLst/>
          </a:prstGeom>
        </p:spPr>
        <p:txBody>
          <a:bodyPr vert="horz" lIns="91440" tIns="45720" rIns="91440" bIns="0" rtlCol="0" anchor="b" anchorCtr="0"/>
          <a:lstStyle>
            <a:lvl1pPr>
              <a:defRPr lang="en-US" sz="900" cap="none" smtClean="0">
                <a:solidFill>
                  <a:srgbClr val="FFFFFF"/>
                </a:solidFill>
                <a:latin typeface="MarkForMC Nrw O" panose="020B0506020201010104" pitchFamily="34" charset="0"/>
              </a:defRPr>
            </a:lvl1pPr>
          </a:lstStyle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24" name="Subtitle 2"/>
          <p:cNvSpPr>
            <a:spLocks noGrp="1"/>
          </p:cNvSpPr>
          <p:nvPr>
            <p:ph type="subTitle" idx="1"/>
          </p:nvPr>
        </p:nvSpPr>
        <p:spPr bwMode="gray">
          <a:xfrm>
            <a:off x="4736592" y="2717911"/>
            <a:ext cx="4365625" cy="498725"/>
          </a:xfrm>
          <a:ln>
            <a:noFill/>
          </a:ln>
        </p:spPr>
        <p:txBody>
          <a:bodyPr rIns="91440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rgbClr val="FFFFFF"/>
                </a:solidFill>
                <a:latin typeface="Mark Offc For MC" panose="020B0504020101010102" pitchFamily="34" charset="0"/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Title 1"/>
          <p:cNvSpPr>
            <a:spLocks noGrp="1"/>
          </p:cNvSpPr>
          <p:nvPr>
            <p:ph type="ctrTitle"/>
          </p:nvPr>
        </p:nvSpPr>
        <p:spPr bwMode="gray">
          <a:xfrm>
            <a:off x="4736592" y="1627432"/>
            <a:ext cx="4365625" cy="1077218"/>
          </a:xfrm>
          <a:ln>
            <a:noFill/>
          </a:ln>
        </p:spPr>
        <p:txBody>
          <a:bodyPr rIns="91440" anchor="b"/>
          <a:lstStyle>
            <a:lvl1pPr algn="l">
              <a:lnSpc>
                <a:spcPct val="80000"/>
              </a:lnSpc>
              <a:defRPr sz="4000" b="0">
                <a:solidFill>
                  <a:srgbClr val="FFFFFF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5" name="Graphic 9">
            <a:extLst>
              <a:ext uri="{FF2B5EF4-FFF2-40B4-BE49-F238E27FC236}">
                <a16:creationId xmlns:a16="http://schemas.microsoft.com/office/drawing/2014/main" id="{EC174CAE-497F-4E7B-84CB-F92F060DD7F2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02112A1-9683-450E-B8A2-06BB6B84FDDE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7D67448-829A-4CEE-8E92-CEB47F8F013D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C655F13-44A2-4E56-BAD4-49EDFD7B63C1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55866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Custom Image - L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4572000" cy="5143500"/>
          </a:xfrm>
        </p:spPr>
        <p:txBody>
          <a:bodyPr bIns="2011680" anchor="b" anchorCtr="0"/>
          <a:lstStyle>
            <a:lvl1pPr marL="0" indent="0" algn="ctr">
              <a:buNone/>
              <a:defRPr sz="1200">
                <a:solidFill>
                  <a:srgbClr val="B9B9B9"/>
                </a:solidFill>
                <a:latin typeface="+mn-lt"/>
              </a:defRPr>
            </a:lvl1pPr>
          </a:lstStyle>
          <a:p>
            <a:r>
              <a:rPr lang="en-US" dirty="0"/>
              <a:t>Click icon to add image.</a:t>
            </a:r>
            <a:br>
              <a:rPr lang="en-US" dirty="0"/>
            </a:br>
            <a:r>
              <a:rPr lang="en-US" dirty="0"/>
              <a:t>Get </a:t>
            </a:r>
            <a:r>
              <a:rPr lang="en-US" dirty="0" err="1"/>
              <a:t>Mastercard</a:t>
            </a:r>
            <a:r>
              <a:rPr lang="en-US" dirty="0"/>
              <a:t> approved photography and</a:t>
            </a:r>
            <a:br>
              <a:rPr lang="en-US" dirty="0"/>
            </a:br>
            <a:r>
              <a:rPr lang="en-US" dirty="0"/>
              <a:t>imagery guidelines at designcenter.mastercard.com.</a:t>
            </a:r>
          </a:p>
        </p:txBody>
      </p:sp>
      <p:sp>
        <p:nvSpPr>
          <p:cNvPr id="10" name="TitleSlideNameDept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736592" y="3466431"/>
            <a:ext cx="3124200" cy="170816"/>
          </a:xfrm>
        </p:spPr>
        <p:txBody>
          <a:bodyPr vert="horz" lIns="91440" tIns="0" rIns="91440" bIns="45720" rtlCol="0" anchor="t" anchorCtr="0">
            <a:spAutoFit/>
          </a:bodyPr>
          <a:lstStyle>
            <a:lvl1pPr marL="115885" indent="-115885">
              <a:buNone/>
              <a:defRPr lang="en-US" sz="900" b="0" cap="none" baseline="0" dirty="0" smtClean="0">
                <a:latin typeface="MarkForMC Nrw O" panose="020B0506020201010104" pitchFamily="34" charset="0"/>
              </a:defRPr>
            </a:lvl1pPr>
          </a:lstStyle>
          <a:p>
            <a:pPr marL="0" lvl="0" indent="0"/>
            <a:r>
              <a:rPr lang="en-US" dirty="0"/>
              <a:t>Click to add presenter name, department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4736592" y="3166956"/>
            <a:ext cx="3123564" cy="273844"/>
          </a:xfrm>
          <a:prstGeom prst="rect">
            <a:avLst/>
          </a:prstGeom>
        </p:spPr>
        <p:txBody>
          <a:bodyPr vert="horz" lIns="91440" tIns="45720" rIns="91440" bIns="0" rtlCol="0" anchor="b" anchorCtr="0"/>
          <a:lstStyle>
            <a:lvl1pPr>
              <a:defRPr lang="en-US" sz="900" cap="none" smtClean="0">
                <a:latin typeface="MarkForMC Nrw O" panose="020B0506020201010104" pitchFamily="34" charset="0"/>
              </a:defRPr>
            </a:lvl1pPr>
          </a:lstStyle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24" name="Subtitle 2"/>
          <p:cNvSpPr>
            <a:spLocks noGrp="1"/>
          </p:cNvSpPr>
          <p:nvPr>
            <p:ph type="subTitle" idx="1"/>
          </p:nvPr>
        </p:nvSpPr>
        <p:spPr bwMode="gray">
          <a:xfrm>
            <a:off x="4736592" y="2717911"/>
            <a:ext cx="4365625" cy="498725"/>
          </a:xfrm>
          <a:ln>
            <a:noFill/>
          </a:ln>
        </p:spPr>
        <p:txBody>
          <a:bodyPr rIns="91440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Title 1"/>
          <p:cNvSpPr>
            <a:spLocks noGrp="1"/>
          </p:cNvSpPr>
          <p:nvPr>
            <p:ph type="ctrTitle"/>
          </p:nvPr>
        </p:nvSpPr>
        <p:spPr bwMode="gray">
          <a:xfrm>
            <a:off x="4736592" y="1627432"/>
            <a:ext cx="4365625" cy="1077218"/>
          </a:xfrm>
          <a:ln>
            <a:noFill/>
          </a:ln>
        </p:spPr>
        <p:txBody>
          <a:bodyPr rIns="91440" anchor="b"/>
          <a:lstStyle>
            <a:lvl1pPr algn="l">
              <a:lnSpc>
                <a:spcPct val="80000"/>
              </a:lnSpc>
              <a:defRPr sz="4000" b="0">
                <a:solidFill>
                  <a:schemeClr val="tx1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5" name="Graphic 9">
            <a:extLst>
              <a:ext uri="{FF2B5EF4-FFF2-40B4-BE49-F238E27FC236}">
                <a16:creationId xmlns:a16="http://schemas.microsoft.com/office/drawing/2014/main" id="{D987D73D-9CBF-4D4A-9C6D-C2A04B4CDB30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2464F4A-AA1E-412C-AC88-620F9044FCB8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59E2ED-8B2B-4FC0-8A68-EBBCA7E2F04A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48818FD-F4B8-4217-A2EA-8851C8CEE666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186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727556"/>
            <a:ext cx="5458009" cy="3588412"/>
          </a:xfrm>
        </p:spPr>
        <p:txBody>
          <a:bodyPr/>
          <a:lstStyle>
            <a:lvl1pPr marL="342900" indent="-342900">
              <a:buSzPct val="50000"/>
              <a:buFont typeface="+mj-lt"/>
              <a:buAutoNum type="arabicPeriod"/>
              <a:defRPr sz="2200"/>
            </a:lvl1pPr>
            <a:lvl2pPr marL="511175" indent="-138113">
              <a:buFont typeface="Mark Offc For MC" panose="020B0604020202020204" pitchFamily="34" charset="0"/>
              <a:buChar char="•"/>
              <a:defRPr/>
            </a:lvl2pPr>
            <a:lvl3pPr marL="514350" indent="0">
              <a:buNone/>
              <a:defRPr/>
            </a:lvl3pPr>
            <a:lvl4pPr marL="747713" indent="-131763">
              <a:defRPr/>
            </a:lvl4pPr>
            <a:lvl5pPr marL="855663" indent="-1143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Subtitle 2"/>
          <p:cNvSpPr>
            <a:spLocks noGrp="1"/>
          </p:cNvSpPr>
          <p:nvPr>
            <p:ph type="body" idx="13" hasCustomPrompt="1"/>
          </p:nvPr>
        </p:nvSpPr>
        <p:spPr bwMode="gray">
          <a:xfrm>
            <a:off x="164592" y="727556"/>
            <a:ext cx="2725896" cy="717196"/>
          </a:xfrm>
        </p:spPr>
        <p:txBody>
          <a:bodyPr rIns="0" anchor="t" anchorCtr="0"/>
          <a:lstStyle>
            <a:lvl1pPr marL="0" indent="0">
              <a:buNone/>
              <a:defRPr sz="1400" b="0">
                <a:latin typeface="Mark Offc For MC" panose="020B0504020101010102" pitchFamily="34" charset="0"/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add subtitle or secondary text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>
          <a:xfrm>
            <a:off x="164594" y="192025"/>
            <a:ext cx="8412854" cy="310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874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192088"/>
            <a:ext cx="5458009" cy="4125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875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long) and Conten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164594" y="727556"/>
            <a:ext cx="8412854" cy="35929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>
          <a:xfrm>
            <a:off x="164594" y="192025"/>
            <a:ext cx="8412854" cy="310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831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long), Subtitle and Content (no bullets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727556"/>
            <a:ext cx="5458009" cy="3593789"/>
          </a:xfrm>
        </p:spPr>
        <p:txBody>
          <a:bodyPr/>
          <a:lstStyle>
            <a:lvl1pPr marL="0" indent="0">
              <a:buNone/>
              <a:defRPr/>
            </a:lvl1pPr>
            <a:lvl2pPr marL="147634" indent="0">
              <a:buNone/>
              <a:defRPr/>
            </a:lvl2pPr>
            <a:lvl3pPr marL="287330" indent="0">
              <a:buNone/>
              <a:defRPr/>
            </a:lvl3pPr>
            <a:lvl4pPr marL="434964" indent="0">
              <a:buNone/>
              <a:defRPr/>
            </a:lvl4pPr>
            <a:lvl5pPr marL="56831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Subtitle 2"/>
          <p:cNvSpPr>
            <a:spLocks noGrp="1"/>
          </p:cNvSpPr>
          <p:nvPr>
            <p:ph type="body" idx="13" hasCustomPrompt="1"/>
          </p:nvPr>
        </p:nvSpPr>
        <p:spPr bwMode="gray">
          <a:xfrm>
            <a:off x="164592" y="727556"/>
            <a:ext cx="2725896" cy="717196"/>
          </a:xfrm>
        </p:spPr>
        <p:txBody>
          <a:bodyPr rIns="0" anchor="t" anchorCtr="0"/>
          <a:lstStyle>
            <a:lvl1pPr marL="0" indent="0">
              <a:buNone/>
              <a:defRPr sz="1400" b="0">
                <a:latin typeface="Mark Offc For MC" panose="020B0504020101010102" pitchFamily="34" charset="0"/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add subtitle or secondary text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>
          <a:xfrm>
            <a:off x="164594" y="192025"/>
            <a:ext cx="8412854" cy="310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867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long), Subtitle and Conten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727556"/>
            <a:ext cx="5458009" cy="3587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Subtitle 2"/>
          <p:cNvSpPr>
            <a:spLocks noGrp="1"/>
          </p:cNvSpPr>
          <p:nvPr>
            <p:ph type="body" idx="13" hasCustomPrompt="1"/>
          </p:nvPr>
        </p:nvSpPr>
        <p:spPr bwMode="gray">
          <a:xfrm>
            <a:off x="164592" y="727556"/>
            <a:ext cx="2725896" cy="717196"/>
          </a:xfrm>
        </p:spPr>
        <p:txBody>
          <a:bodyPr rIns="0" anchor="t" anchorCtr="0"/>
          <a:lstStyle>
            <a:lvl1pPr marL="0" indent="0">
              <a:buNone/>
              <a:defRPr sz="1400" b="0">
                <a:latin typeface="Mark Offc For MC" panose="020B0504020101010102" pitchFamily="34" charset="0"/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add subtitle or secondary text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>
          <a:xfrm>
            <a:off x="164594" y="192025"/>
            <a:ext cx="8412854" cy="310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86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192088"/>
            <a:ext cx="5458009" cy="4125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Subtitle 2"/>
          <p:cNvSpPr>
            <a:spLocks noGrp="1"/>
          </p:cNvSpPr>
          <p:nvPr>
            <p:ph type="body" idx="13" hasCustomPrompt="1"/>
          </p:nvPr>
        </p:nvSpPr>
        <p:spPr bwMode="gray">
          <a:xfrm>
            <a:off x="164592" y="1042416"/>
            <a:ext cx="2725896" cy="617934"/>
          </a:xfrm>
        </p:spPr>
        <p:txBody>
          <a:bodyPr rIns="0" anchor="t" anchorCtr="0"/>
          <a:lstStyle>
            <a:lvl1pPr marL="0" indent="0">
              <a:buNone/>
              <a:defRPr sz="1400" b="0">
                <a:latin typeface="Mark Offc For MC" panose="020B0504020101010102" pitchFamily="34" charset="0"/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add subtitle or secondary text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7053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(no bullets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192088"/>
            <a:ext cx="5458009" cy="4125742"/>
          </a:xfrm>
        </p:spPr>
        <p:txBody>
          <a:bodyPr/>
          <a:lstStyle>
            <a:lvl1pPr marL="0" indent="0">
              <a:buNone/>
              <a:defRPr/>
            </a:lvl1pPr>
            <a:lvl2pPr marL="147634" indent="0">
              <a:buNone/>
              <a:defRPr/>
            </a:lvl2pPr>
            <a:lvl3pPr marL="287330" indent="0">
              <a:buNone/>
              <a:defRPr/>
            </a:lvl3pPr>
            <a:lvl4pPr marL="434964" indent="0">
              <a:buNone/>
              <a:defRPr/>
            </a:lvl4pPr>
            <a:lvl5pPr marL="56831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Subtitle 2"/>
          <p:cNvSpPr>
            <a:spLocks noGrp="1"/>
          </p:cNvSpPr>
          <p:nvPr>
            <p:ph type="body" idx="13" hasCustomPrompt="1"/>
          </p:nvPr>
        </p:nvSpPr>
        <p:spPr bwMode="gray">
          <a:xfrm>
            <a:off x="164592" y="1042416"/>
            <a:ext cx="2725896" cy="617934"/>
          </a:xfrm>
        </p:spPr>
        <p:txBody>
          <a:bodyPr rIns="0" anchor="t" anchorCtr="0"/>
          <a:lstStyle>
            <a:lvl1pPr marL="0" indent="0">
              <a:buNone/>
              <a:defRPr sz="1400" b="0">
                <a:latin typeface="Mark Offc For MC" panose="020B0504020101010102" pitchFamily="34" charset="0"/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add subtitle or secondary text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4486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(long titl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164593" y="727513"/>
            <a:ext cx="3897622" cy="3595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>
          <a:xfrm>
            <a:off x="164594" y="192025"/>
            <a:ext cx="8412854" cy="310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 bwMode="gray">
          <a:xfrm>
            <a:off x="4679824" y="727555"/>
            <a:ext cx="3897623" cy="35937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462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192023"/>
            <a:ext cx="2642070" cy="41293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 bwMode="gray">
          <a:xfrm>
            <a:off x="5935377" y="192023"/>
            <a:ext cx="2642070" cy="41293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34037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(long title) with Subtit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727555"/>
            <a:ext cx="2642616" cy="35937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Subtitle 2"/>
          <p:cNvSpPr>
            <a:spLocks noGrp="1"/>
          </p:cNvSpPr>
          <p:nvPr>
            <p:ph type="body" idx="13" hasCustomPrompt="1"/>
          </p:nvPr>
        </p:nvSpPr>
        <p:spPr bwMode="gray">
          <a:xfrm>
            <a:off x="164592" y="727556"/>
            <a:ext cx="2725896" cy="617934"/>
          </a:xfrm>
        </p:spPr>
        <p:txBody>
          <a:bodyPr rIns="0" anchor="t" anchorCtr="0"/>
          <a:lstStyle>
            <a:lvl1pPr marL="0" indent="0">
              <a:buNone/>
              <a:defRPr sz="1400" b="0">
                <a:latin typeface="Mark Offc For MC" panose="020B0504020101010102" pitchFamily="34" charset="0"/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add subtitle or secondary text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>
          <a:xfrm>
            <a:off x="164594" y="192025"/>
            <a:ext cx="8412854" cy="310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 bwMode="gray">
          <a:xfrm>
            <a:off x="5934831" y="727555"/>
            <a:ext cx="2642616" cy="35937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269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with Subtit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192087"/>
            <a:ext cx="2642616" cy="4129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Subtitle 2"/>
          <p:cNvSpPr>
            <a:spLocks noGrp="1"/>
          </p:cNvSpPr>
          <p:nvPr>
            <p:ph type="body" idx="13" hasCustomPrompt="1"/>
          </p:nvPr>
        </p:nvSpPr>
        <p:spPr bwMode="gray">
          <a:xfrm>
            <a:off x="164592" y="1042416"/>
            <a:ext cx="2725896" cy="617934"/>
          </a:xfrm>
        </p:spPr>
        <p:txBody>
          <a:bodyPr rIns="0" anchor="t" anchorCtr="0"/>
          <a:lstStyle>
            <a:lvl1pPr marL="0" indent="0">
              <a:buNone/>
              <a:defRPr sz="1400" b="0">
                <a:latin typeface="Mark Offc For MC" panose="020B0504020101010102" pitchFamily="34" charset="0"/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add subtitle or secondary text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 bwMode="gray">
          <a:xfrm>
            <a:off x="5934831" y="192087"/>
            <a:ext cx="2642616" cy="4129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3882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with Subtitle (no bullets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gray">
          <a:xfrm>
            <a:off x="3119438" y="192087"/>
            <a:ext cx="2642616" cy="4129257"/>
          </a:xfrm>
        </p:spPr>
        <p:txBody>
          <a:bodyPr/>
          <a:lstStyle>
            <a:lvl1pPr marL="0" indent="0">
              <a:buNone/>
              <a:defRPr/>
            </a:lvl1pPr>
            <a:lvl2pPr marL="147634" indent="0">
              <a:buNone/>
              <a:defRPr/>
            </a:lvl2pPr>
            <a:lvl3pPr marL="287330" indent="0">
              <a:buNone/>
              <a:defRPr/>
            </a:lvl3pPr>
            <a:lvl4pPr marL="434964" indent="0">
              <a:buNone/>
              <a:defRPr/>
            </a:lvl4pPr>
            <a:lvl5pPr marL="56831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Subtitle 2"/>
          <p:cNvSpPr>
            <a:spLocks noGrp="1"/>
          </p:cNvSpPr>
          <p:nvPr>
            <p:ph type="body" idx="13" hasCustomPrompt="1"/>
          </p:nvPr>
        </p:nvSpPr>
        <p:spPr bwMode="gray">
          <a:xfrm>
            <a:off x="164592" y="1042416"/>
            <a:ext cx="2725896" cy="617934"/>
          </a:xfrm>
        </p:spPr>
        <p:txBody>
          <a:bodyPr rIns="0" anchor="t" anchorCtr="0"/>
          <a:lstStyle>
            <a:lvl1pPr marL="0" indent="0">
              <a:buNone/>
              <a:defRPr sz="1400" b="0">
                <a:latin typeface="Mark Offc For MC" panose="020B0504020101010102" pitchFamily="34" charset="0"/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add subtitle or secondary text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 bwMode="gray">
          <a:xfrm>
            <a:off x="5934831" y="192087"/>
            <a:ext cx="2642616" cy="4129257"/>
          </a:xfrm>
        </p:spPr>
        <p:txBody>
          <a:bodyPr/>
          <a:lstStyle>
            <a:lvl1pPr marL="0" indent="0">
              <a:buNone/>
              <a:defRPr/>
            </a:lvl1pPr>
            <a:lvl2pPr marL="147634" indent="0">
              <a:buNone/>
              <a:defRPr/>
            </a:lvl2pPr>
            <a:lvl3pPr marL="287330" indent="0">
              <a:buNone/>
              <a:defRPr/>
            </a:lvl3pPr>
            <a:lvl4pPr marL="434964" indent="0">
              <a:buNone/>
              <a:defRPr/>
            </a:lvl4pPr>
            <a:lvl5pPr marL="56831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76570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long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>
          <a:xfrm>
            <a:off x="164592" y="192025"/>
            <a:ext cx="8412855" cy="310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5289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2999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 bwMode="gray"/>
        <p:txBody>
          <a:bodyPr/>
          <a:lstStyle/>
          <a:p>
            <a:fld id="{3AB2DB24-5BB4-4F1B-973E-A10FA63DFB9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1"/>
            <a:ext cx="9144000" cy="4563910"/>
          </a:xfrm>
        </p:spPr>
        <p:txBody>
          <a:bodyPr tIns="182880" rIns="91440" bIns="1005840" anchor="b" anchorCtr="0"/>
          <a:lstStyle>
            <a:lvl1pPr marL="0" indent="0" algn="ctr">
              <a:spcBef>
                <a:spcPts val="0"/>
              </a:spcBef>
              <a:buNone/>
              <a:defRPr>
                <a:solidFill>
                  <a:srgbClr val="B9B9B9"/>
                </a:solidFill>
                <a:latin typeface="+mn-lt"/>
              </a:defRPr>
            </a:lvl1pPr>
          </a:lstStyle>
          <a:p>
            <a:r>
              <a:rPr lang="en-US" dirty="0"/>
              <a:t>Click icon to add image.</a:t>
            </a:r>
            <a:br>
              <a:rPr lang="en-US" dirty="0"/>
            </a:br>
            <a:r>
              <a:rPr lang="en-US" dirty="0"/>
              <a:t>Get </a:t>
            </a:r>
            <a:r>
              <a:rPr lang="en-US" dirty="0" err="1"/>
              <a:t>Mastercard</a:t>
            </a:r>
            <a:r>
              <a:rPr lang="en-US" dirty="0"/>
              <a:t> approved photography and</a:t>
            </a:r>
            <a:br>
              <a:rPr lang="en-US" dirty="0"/>
            </a:br>
            <a:r>
              <a:rPr lang="en-US" dirty="0"/>
              <a:t>imagery guidelines at designcenter.mastercard.com.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64594" y="192025"/>
            <a:ext cx="8412854" cy="53553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9195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164593" y="292608"/>
            <a:ext cx="4198001" cy="321562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section number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64594" y="725238"/>
            <a:ext cx="4198001" cy="1034129"/>
          </a:xfrm>
        </p:spPr>
        <p:txBody>
          <a:bodyPr anchor="t" anchorCtr="0"/>
          <a:lstStyle>
            <a:lvl1pPr>
              <a:defRPr sz="3400" b="0">
                <a:solidFill>
                  <a:schemeClr val="tx1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grpSp>
        <p:nvGrpSpPr>
          <p:cNvPr id="8" name="Graphic 9">
            <a:extLst>
              <a:ext uri="{FF2B5EF4-FFF2-40B4-BE49-F238E27FC236}">
                <a16:creationId xmlns:a16="http://schemas.microsoft.com/office/drawing/2014/main" id="{FC7AEDB7-9474-4069-B4D4-90D81ACEA78B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4F48FD-74BA-4822-AAA7-5023C048C43B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F80409-8248-4F08-B70D-7CDEDBB80330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4F2DFB3-402C-4089-890D-CDB8ABDAB783}"/>
                </a:ext>
              </a:extLst>
            </p:cNvPr>
            <p:cNvSpPr/>
            <p:nvPr/>
          </p:nvSpPr>
          <p:spPr bwMode="gray">
            <a:xfrm>
              <a:off x="803719" y="1309322"/>
              <a:ext cx="561975" cy="695323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756377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Graphic - Dark">
    <p:bg bwMode="gray">
      <p:bgPr>
        <a:solidFill>
          <a:srgbClr val="24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164593" y="292608"/>
            <a:ext cx="4198001" cy="321562"/>
          </a:xfrm>
        </p:spPr>
        <p:txBody>
          <a:bodyPr/>
          <a:lstStyle>
            <a:lvl1pPr marL="0" indent="0">
              <a:buNone/>
              <a:defRPr sz="1600" b="1">
                <a:solidFill>
                  <a:srgbClr val="FFFFFF"/>
                </a:solidFill>
                <a:latin typeface="Mark Offc For MC" panose="020B0504020101010102" pitchFamily="34" charset="0"/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section number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64594" y="723696"/>
            <a:ext cx="4198001" cy="1034129"/>
          </a:xfrm>
        </p:spPr>
        <p:txBody>
          <a:bodyPr anchor="t" anchorCtr="0"/>
          <a:lstStyle>
            <a:lvl1pPr>
              <a:defRPr sz="3400" b="0">
                <a:solidFill>
                  <a:srgbClr val="FFFFFF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grpSp>
        <p:nvGrpSpPr>
          <p:cNvPr id="12" name="Graphic 9">
            <a:extLst>
              <a:ext uri="{FF2B5EF4-FFF2-40B4-BE49-F238E27FC236}">
                <a16:creationId xmlns:a16="http://schemas.microsoft.com/office/drawing/2014/main" id="{835165F6-C617-48D4-88BD-8DAB507BC64F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25E62B0-9698-40CD-98C6-5E76706D8EEE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51BD7A6-CF8A-491C-A7B1-3AC7F0BAC2CD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82A0427-CDA9-4104-80E0-62E1A331DB94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93296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Graphic - L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164593" y="292608"/>
            <a:ext cx="4198001" cy="321562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section number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64594" y="726671"/>
            <a:ext cx="4198001" cy="1034129"/>
          </a:xfrm>
        </p:spPr>
        <p:txBody>
          <a:bodyPr anchor="t" anchorCtr="0"/>
          <a:lstStyle>
            <a:lvl1pPr>
              <a:defRPr sz="3400" b="0">
                <a:solidFill>
                  <a:schemeClr val="tx1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grpSp>
        <p:nvGrpSpPr>
          <p:cNvPr id="12" name="Graphic 9">
            <a:extLst>
              <a:ext uri="{FF2B5EF4-FFF2-40B4-BE49-F238E27FC236}">
                <a16:creationId xmlns:a16="http://schemas.microsoft.com/office/drawing/2014/main" id="{B96E7C20-9D5B-4B22-8E28-AA0C8A79B1D5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917C018-D808-4F4A-89EC-7FB08C50DEC6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A234C8A-EDFE-44F9-B336-B874D8FBCFF4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5233F1A-C03B-4B5A-A406-CC4E8F93C8B4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45896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Custom Image - Dark">
    <p:bg bwMode="gray">
      <p:bgPr>
        <a:solidFill>
          <a:srgbClr val="24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4572000" cy="5143500"/>
          </a:xfrm>
        </p:spPr>
        <p:txBody>
          <a:bodyPr bIns="2011680" anchor="b" anchorCtr="0"/>
          <a:lstStyle>
            <a:lvl1pPr marL="0" indent="0" algn="ctr">
              <a:buNone/>
              <a:defRPr sz="1200">
                <a:solidFill>
                  <a:srgbClr val="B9B9B9"/>
                </a:solidFill>
                <a:latin typeface="+mn-lt"/>
              </a:defRPr>
            </a:lvl1pPr>
          </a:lstStyle>
          <a:p>
            <a:r>
              <a:rPr lang="en-US" dirty="0"/>
              <a:t>Click icon to add image.</a:t>
            </a:r>
            <a:br>
              <a:rPr lang="en-US" dirty="0"/>
            </a:br>
            <a:r>
              <a:rPr lang="en-US" dirty="0"/>
              <a:t>Get </a:t>
            </a:r>
            <a:r>
              <a:rPr lang="en-US" dirty="0" err="1"/>
              <a:t>Mastercard</a:t>
            </a:r>
            <a:r>
              <a:rPr lang="en-US" dirty="0"/>
              <a:t> approved photography and</a:t>
            </a:r>
            <a:br>
              <a:rPr lang="en-US" dirty="0"/>
            </a:br>
            <a:r>
              <a:rPr lang="en-US" dirty="0"/>
              <a:t>imagery guidelines at designcenter.mastercard.com.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735302" y="1627632"/>
            <a:ext cx="4198001" cy="1034129"/>
          </a:xfrm>
        </p:spPr>
        <p:txBody>
          <a:bodyPr anchor="t" anchorCtr="0"/>
          <a:lstStyle>
            <a:lvl1pPr>
              <a:defRPr sz="3400" b="0">
                <a:solidFill>
                  <a:srgbClr val="FFFFFF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AA6011C-9C86-479C-B246-782AA50C00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736593" y="292608"/>
            <a:ext cx="2560320" cy="321562"/>
          </a:xfrm>
        </p:spPr>
        <p:txBody>
          <a:bodyPr/>
          <a:lstStyle>
            <a:lvl1pPr marL="0" indent="0">
              <a:buNone/>
              <a:defRPr sz="1600" b="1">
                <a:solidFill>
                  <a:srgbClr val="FFFFFF"/>
                </a:solidFill>
                <a:latin typeface="Mark Offc For MC" panose="020B0504020101010102" pitchFamily="34" charset="0"/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section number</a:t>
            </a:r>
          </a:p>
        </p:txBody>
      </p:sp>
      <p:grpSp>
        <p:nvGrpSpPr>
          <p:cNvPr id="15" name="Graphic 9">
            <a:extLst>
              <a:ext uri="{FF2B5EF4-FFF2-40B4-BE49-F238E27FC236}">
                <a16:creationId xmlns:a16="http://schemas.microsoft.com/office/drawing/2014/main" id="{12B85802-BB39-4C5D-A505-1607C4D030E9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2F22D6E-0EEA-49F1-90F5-07F1770A122C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7D5DE4-5B24-402B-B21C-66683008D4C8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9222EFE-0F64-4BE7-87F0-0BD8C2C50551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33222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Custom Image - L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4572000" cy="5143500"/>
          </a:xfrm>
        </p:spPr>
        <p:txBody>
          <a:bodyPr bIns="2011680" anchor="b" anchorCtr="0"/>
          <a:lstStyle>
            <a:lvl1pPr marL="0" indent="0" algn="ctr">
              <a:buNone/>
              <a:defRPr sz="1200">
                <a:solidFill>
                  <a:srgbClr val="B9B9B9"/>
                </a:solidFill>
                <a:latin typeface="+mn-lt"/>
              </a:defRPr>
            </a:lvl1pPr>
          </a:lstStyle>
          <a:p>
            <a:r>
              <a:rPr lang="en-US" dirty="0"/>
              <a:t>Click icon to add image.</a:t>
            </a:r>
            <a:br>
              <a:rPr lang="en-US" dirty="0"/>
            </a:br>
            <a:r>
              <a:rPr lang="en-US" dirty="0"/>
              <a:t>Get </a:t>
            </a:r>
            <a:r>
              <a:rPr lang="en-US" dirty="0" err="1"/>
              <a:t>Mastercard</a:t>
            </a:r>
            <a:r>
              <a:rPr lang="en-US" dirty="0"/>
              <a:t> approved photography and</a:t>
            </a:r>
            <a:br>
              <a:rPr lang="en-US" dirty="0"/>
            </a:br>
            <a:r>
              <a:rPr lang="en-US" dirty="0"/>
              <a:t>imagery guidelines at designcenter.mastercard.com.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4736593" y="292608"/>
            <a:ext cx="2560320" cy="321562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section number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736594" y="1627632"/>
            <a:ext cx="4198001" cy="1034129"/>
          </a:xfrm>
        </p:spPr>
        <p:txBody>
          <a:bodyPr anchor="t" anchorCtr="0"/>
          <a:lstStyle>
            <a:lvl1pPr>
              <a:defRPr sz="3400" b="0">
                <a:solidFill>
                  <a:schemeClr val="tx1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grpSp>
        <p:nvGrpSpPr>
          <p:cNvPr id="14" name="Graphic 9">
            <a:extLst>
              <a:ext uri="{FF2B5EF4-FFF2-40B4-BE49-F238E27FC236}">
                <a16:creationId xmlns:a16="http://schemas.microsoft.com/office/drawing/2014/main" id="{A997D84B-8700-4048-9AFB-D2EE18AAB3F5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B1EA1D-AF85-4582-B713-59B65B319019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8CE11EF-BDAB-4188-9F79-B9A1F623891D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6FB5709-A4E1-44C9-AF52-CBCBBC9D5711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68449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LG Custom Image - Dark">
    <p:bg bwMode="gray">
      <p:bgPr>
        <a:solidFill>
          <a:srgbClr val="24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49907014-6222-48C8-8BF4-F1CD909E909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9144000" cy="5143500"/>
          </a:xfrm>
        </p:spPr>
        <p:txBody>
          <a:bodyPr bIns="2011680" anchor="b" anchorCtr="0"/>
          <a:lstStyle>
            <a:lvl1pPr marL="0" indent="0" algn="ctr">
              <a:buNone/>
              <a:defRPr sz="1200">
                <a:solidFill>
                  <a:srgbClr val="B9B9B9"/>
                </a:solidFill>
                <a:latin typeface="+mn-lt"/>
              </a:defRPr>
            </a:lvl1pPr>
          </a:lstStyle>
          <a:p>
            <a:r>
              <a:rPr lang="en-US" dirty="0"/>
              <a:t>Click icon to add image.</a:t>
            </a:r>
            <a:br>
              <a:rPr lang="en-US" dirty="0"/>
            </a:br>
            <a:r>
              <a:rPr lang="en-US" dirty="0"/>
              <a:t>Get </a:t>
            </a:r>
            <a:r>
              <a:rPr lang="en-US" dirty="0" err="1"/>
              <a:t>Mastercard</a:t>
            </a:r>
            <a:r>
              <a:rPr lang="en-US" dirty="0"/>
              <a:t> approved photography and</a:t>
            </a:r>
            <a:br>
              <a:rPr lang="en-US" dirty="0"/>
            </a:br>
            <a:r>
              <a:rPr lang="en-US" dirty="0"/>
              <a:t>imagery guidelines at designcenter.mastercard.com.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164593" y="292608"/>
            <a:ext cx="4198001" cy="321562"/>
          </a:xfrm>
        </p:spPr>
        <p:txBody>
          <a:bodyPr/>
          <a:lstStyle>
            <a:lvl1pPr marL="0" indent="0">
              <a:buNone/>
              <a:defRPr sz="1600" b="1">
                <a:solidFill>
                  <a:srgbClr val="FFFFFF"/>
                </a:solidFill>
                <a:latin typeface="Mark Offc For MC" panose="020B0504020101010102" pitchFamily="34" charset="0"/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section number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64594" y="723696"/>
            <a:ext cx="4198001" cy="1034129"/>
          </a:xfrm>
        </p:spPr>
        <p:txBody>
          <a:bodyPr anchor="t" anchorCtr="0"/>
          <a:lstStyle>
            <a:lvl1pPr>
              <a:defRPr sz="3400" b="0">
                <a:solidFill>
                  <a:srgbClr val="FFFFFF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grpSp>
        <p:nvGrpSpPr>
          <p:cNvPr id="12" name="Graphic 9">
            <a:extLst>
              <a:ext uri="{FF2B5EF4-FFF2-40B4-BE49-F238E27FC236}">
                <a16:creationId xmlns:a16="http://schemas.microsoft.com/office/drawing/2014/main" id="{835165F6-C617-48D4-88BD-8DAB507BC64F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25E62B0-9698-40CD-98C6-5E76706D8EEE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51BD7A6-CF8A-491C-A7B1-3AC7F0BAC2CD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82A0427-CDA9-4104-80E0-62E1A331DB94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1497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LG Custom Image - L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68F5605-B119-4D18-B4B6-D5629B44364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9144000" cy="5143500"/>
          </a:xfrm>
        </p:spPr>
        <p:txBody>
          <a:bodyPr bIns="2011680" anchor="b" anchorCtr="0"/>
          <a:lstStyle>
            <a:lvl1pPr marL="0" indent="0" algn="ctr">
              <a:buNone/>
              <a:defRPr sz="1200">
                <a:solidFill>
                  <a:srgbClr val="B9B9B9"/>
                </a:solidFill>
                <a:latin typeface="+mn-lt"/>
              </a:defRPr>
            </a:lvl1pPr>
          </a:lstStyle>
          <a:p>
            <a:r>
              <a:rPr lang="en-US" dirty="0"/>
              <a:t>Click icon to add image.</a:t>
            </a:r>
            <a:br>
              <a:rPr lang="en-US" dirty="0"/>
            </a:br>
            <a:r>
              <a:rPr lang="en-US" dirty="0"/>
              <a:t>Get </a:t>
            </a:r>
            <a:r>
              <a:rPr lang="en-US" dirty="0" err="1"/>
              <a:t>Mastercard</a:t>
            </a:r>
            <a:r>
              <a:rPr lang="en-US" dirty="0"/>
              <a:t> approved photography and</a:t>
            </a:r>
            <a:br>
              <a:rPr lang="en-US" dirty="0"/>
            </a:br>
            <a:r>
              <a:rPr lang="en-US" dirty="0"/>
              <a:t>imagery guidelines at designcenter.mastercard.com.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164593" y="292608"/>
            <a:ext cx="4198001" cy="321562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section number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64594" y="726671"/>
            <a:ext cx="4198001" cy="1034129"/>
          </a:xfrm>
        </p:spPr>
        <p:txBody>
          <a:bodyPr anchor="t" anchorCtr="0"/>
          <a:lstStyle>
            <a:lvl1pPr>
              <a:defRPr sz="3400" b="0">
                <a:solidFill>
                  <a:schemeClr val="tx1"/>
                </a:solidFill>
                <a:latin typeface="Mark Offc For MC Extra Light" panose="020B0404020101010102" pitchFamily="34" charset="0"/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grpSp>
        <p:nvGrpSpPr>
          <p:cNvPr id="12" name="Graphic 9">
            <a:extLst>
              <a:ext uri="{FF2B5EF4-FFF2-40B4-BE49-F238E27FC236}">
                <a16:creationId xmlns:a16="http://schemas.microsoft.com/office/drawing/2014/main" id="{B96E7C20-9D5B-4B22-8E28-AA0C8A79B1D5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8288899" y="258318"/>
            <a:ext cx="595440" cy="370757"/>
            <a:chOff x="248864" y="1309239"/>
            <a:chExt cx="1116830" cy="69540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917C018-D808-4F4A-89EC-7FB08C50DEC6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A234C8A-EDFE-44F9-B336-B874D8FBCFF4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5233F1A-C03B-4B5A-A406-CC4E8F93C8B4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4194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egal"/>
          <p:cNvSpPr/>
          <p:nvPr/>
        </p:nvSpPr>
        <p:spPr bwMode="gray">
          <a:xfrm>
            <a:off x="8980380" y="3130867"/>
            <a:ext cx="90964" cy="1481030"/>
          </a:xfrm>
          <a:prstGeom prst="rect">
            <a:avLst/>
          </a:prstGeom>
        </p:spPr>
        <p:txBody>
          <a:bodyPr vert="vert270" wrap="none" lIns="91440" tIns="45720" rIns="91440" bIns="45720" rtlCol="0" anchor="ctr"/>
          <a:lstStyle/>
          <a:p>
            <a:pPr lvl="0"/>
            <a:r>
              <a:rPr lang="en-IN" sz="400" b="0" cap="none" baseline="0" noProof="0">
                <a:solidFill>
                  <a:srgbClr val="A2A2A2"/>
                </a:solidFill>
                <a:latin typeface="Mark Offc For MC" panose="020B0504020101010102" pitchFamily="34" charset="0"/>
              </a:rPr>
              <a:t>©2024 Mastercard. Proprietary and Confidential</a:t>
            </a:r>
            <a:endParaRPr lang="en-US" sz="400" b="0" cap="none" baseline="0" dirty="0">
              <a:solidFill>
                <a:srgbClr val="A2A2A2"/>
              </a:solidFill>
              <a:latin typeface="Mark Offc For MC" panose="020B0504020101010102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57492" y="4810812"/>
            <a:ext cx="228598" cy="273844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>
              <a:defRPr sz="600" b="1" cap="all" baseline="0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</a:lstStyle>
          <a:p>
            <a:fld id="{3AB2DB24-5BB4-4F1B-973E-A10FA63DFB9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440082" y="4810812"/>
            <a:ext cx="3319272" cy="273844"/>
          </a:xfrm>
          <a:prstGeom prst="rect">
            <a:avLst/>
          </a:prstGeom>
        </p:spPr>
        <p:txBody>
          <a:bodyPr vert="horz" lIns="91440" tIns="45720" rIns="0" bIns="45720" rtlCol="0" anchor="ctr" anchorCtr="0"/>
          <a:lstStyle>
            <a:lvl1pPr algn="l">
              <a:defRPr sz="600" b="1" cap="all" baseline="0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6628632" y="4810812"/>
            <a:ext cx="14529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cap="all" baseline="0">
                <a:solidFill>
                  <a:schemeClr val="tx1"/>
                </a:solidFill>
                <a:latin typeface="Mark Offc For MC" panose="020B0504020101010102" pitchFamily="34" charset="0"/>
              </a:defRPr>
            </a:lvl1pPr>
          </a:lstStyle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119090" y="192024"/>
            <a:ext cx="5458358" cy="4125806"/>
          </a:xfrm>
          <a:prstGeom prst="rect">
            <a:avLst/>
          </a:prstGeom>
        </p:spPr>
        <p:txBody>
          <a:bodyPr vert="horz" lIns="9144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64593" y="192025"/>
            <a:ext cx="2725897" cy="53553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4" name="Graphic 9">
            <a:extLst>
              <a:ext uri="{FF2B5EF4-FFF2-40B4-BE49-F238E27FC236}">
                <a16:creationId xmlns:a16="http://schemas.microsoft.com/office/drawing/2014/main" id="{365FFD04-32CD-42E8-AB33-F3E93FC9D37D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401987" y="4695711"/>
            <a:ext cx="482352" cy="300342"/>
            <a:chOff x="248864" y="1309239"/>
            <a:chExt cx="1116830" cy="69540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C3C96D2-0175-49F5-84A9-989686AF4BEC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8575159-1EA0-47EC-A342-C29256969DF2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BB922E-38FB-4554-912E-59A49A219300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8630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  <p:sldLayoutId id="2147483741" r:id="rId20"/>
    <p:sldLayoutId id="2147483742" r:id="rId21"/>
    <p:sldLayoutId id="2147483743" r:id="rId22"/>
    <p:sldLayoutId id="2147483744" r:id="rId23"/>
    <p:sldLayoutId id="2147483745" r:id="rId24"/>
    <p:sldLayoutId id="2147483746" r:id="rId25"/>
    <p:sldLayoutId id="2147483747" r:id="rId26"/>
    <p:sldLayoutId id="2147483748" r:id="rId27"/>
  </p:sldLayoutIdLst>
  <p:hf hd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1600" b="0" kern="1200">
          <a:solidFill>
            <a:schemeClr val="tx1"/>
          </a:solidFill>
          <a:latin typeface="Mark Offc For MC Medium" panose="020B0604020101010102" pitchFamily="34" charset="0"/>
          <a:ea typeface="+mj-ea"/>
          <a:cs typeface="+mj-cs"/>
        </a:defRPr>
      </a:lvl1pPr>
    </p:titleStyle>
    <p:bodyStyle>
      <a:lvl1pPr marL="115885" indent="-115885" algn="l" defTabSz="685783" rtl="0" eaLnBrk="1" latinLnBrk="0" hangingPunct="1">
        <a:lnSpc>
          <a:spcPct val="90000"/>
        </a:lnSpc>
        <a:spcBef>
          <a:spcPts val="1200"/>
        </a:spcBef>
        <a:buFont typeface="Mark Offc For MC" panose="020B0504020101010102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87331" indent="-139697" algn="l" defTabSz="685783" rtl="0" eaLnBrk="1" latinLnBrk="0" hangingPunct="1">
        <a:lnSpc>
          <a:spcPct val="90000"/>
        </a:lnSpc>
        <a:spcBef>
          <a:spcPts val="200"/>
        </a:spcBef>
        <a:buFont typeface="Mark Offc For MC" panose="020B0504020101010102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03215" indent="-115885" algn="l" defTabSz="685783" rtl="0" eaLnBrk="1" latinLnBrk="0" hangingPunct="1">
        <a:lnSpc>
          <a:spcPct val="90000"/>
        </a:lnSpc>
        <a:spcBef>
          <a:spcPts val="300"/>
        </a:spcBef>
        <a:buFont typeface="Mark Offc For MC" panose="020B0504020101010102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568311" indent="-133347" algn="l" defTabSz="685783" rtl="0" eaLnBrk="1" latinLnBrk="0" hangingPunct="1">
        <a:lnSpc>
          <a:spcPct val="90000"/>
        </a:lnSpc>
        <a:spcBef>
          <a:spcPts val="300"/>
        </a:spcBef>
        <a:buFont typeface="Mark Offc For MC" panose="020B0504020101010102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684196" indent="-115885" algn="l" defTabSz="685783" rtl="0" eaLnBrk="1" latinLnBrk="0" hangingPunct="1">
        <a:lnSpc>
          <a:spcPct val="90000"/>
        </a:lnSpc>
        <a:spcBef>
          <a:spcPts val="300"/>
        </a:spcBef>
        <a:buFont typeface="Mark Offc For MC" panose="020B0504020101010102" pitchFamily="34" charset="0"/>
        <a:buChar char="•"/>
        <a:defRPr sz="10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Mark Offc For MC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Mark Offc For MC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Mark Offc For MC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Mark Offc For MC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1620">
          <p15:clr>
            <a:srgbClr val="F26B43"/>
          </p15:clr>
        </p15:guide>
        <p15:guide id="8" pos="2880">
          <p15:clr>
            <a:srgbClr val="F26B43"/>
          </p15:clr>
        </p15:guide>
        <p15:guide id="9" pos="1919">
          <p15:clr>
            <a:srgbClr val="F26B43"/>
          </p15:clr>
        </p15:guide>
        <p15:guide id="10" pos="3843">
          <p15:clr>
            <a:srgbClr val="F26B43"/>
          </p15:clr>
        </p15:guide>
        <p15:guide id="11" orient="horz" pos="2903">
          <p15:clr>
            <a:srgbClr val="F26B43"/>
          </p15:clr>
        </p15:guide>
        <p15:guide id="12" orient="horz" pos="30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9">
            <a:extLst>
              <a:ext uri="{FF2B5EF4-FFF2-40B4-BE49-F238E27FC236}">
                <a16:creationId xmlns:a16="http://schemas.microsoft.com/office/drawing/2014/main" id="{E71B0FF6-C384-4E11-ACE0-A462C0F4853F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288900" y="258318"/>
            <a:ext cx="595440" cy="370757"/>
            <a:chOff x="248864" y="1309239"/>
            <a:chExt cx="1116830" cy="69540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EB7FAE3-FD5D-49ED-B2B9-9BA36759B6C1}"/>
                </a:ext>
              </a:extLst>
            </p:cNvPr>
            <p:cNvSpPr/>
            <p:nvPr/>
          </p:nvSpPr>
          <p:spPr bwMode="gray">
            <a:xfrm>
              <a:off x="653702" y="1382595"/>
              <a:ext cx="314326" cy="552451"/>
            </a:xfrm>
            <a:custGeom>
              <a:avLst/>
              <a:gdLst>
                <a:gd name="connsiteX0" fmla="*/ 7144 w 314325"/>
                <a:gd name="connsiteY0" fmla="*/ 7144 h 552450"/>
                <a:gd name="connsiteX1" fmla="*/ 307181 w 314325"/>
                <a:gd name="connsiteY1" fmla="*/ 7144 h 552450"/>
                <a:gd name="connsiteX2" fmla="*/ 307181 w 314325"/>
                <a:gd name="connsiteY2" fmla="*/ 546354 h 552450"/>
                <a:gd name="connsiteX3" fmla="*/ 7144 w 314325"/>
                <a:gd name="connsiteY3" fmla="*/ 54635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" h="552450">
                  <a:moveTo>
                    <a:pt x="7144" y="7144"/>
                  </a:moveTo>
                  <a:lnTo>
                    <a:pt x="307181" y="7144"/>
                  </a:lnTo>
                  <a:lnTo>
                    <a:pt x="307181" y="546354"/>
                  </a:lnTo>
                  <a:lnTo>
                    <a:pt x="7144" y="546354"/>
                  </a:lnTo>
                  <a:close/>
                </a:path>
              </a:pathLst>
            </a:custGeom>
            <a:solidFill>
              <a:srgbClr val="FF5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EA6BEE3-6DC0-462B-ACB3-B6F440BB30E9}"/>
                </a:ext>
              </a:extLst>
            </p:cNvPr>
            <p:cNvSpPr/>
            <p:nvPr/>
          </p:nvSpPr>
          <p:spPr bwMode="gray">
            <a:xfrm>
              <a:off x="248864" y="1309239"/>
              <a:ext cx="561975" cy="695324"/>
            </a:xfrm>
            <a:custGeom>
              <a:avLst/>
              <a:gdLst>
                <a:gd name="connsiteX0" fmla="*/ 431031 w 561975"/>
                <a:gd name="connsiteY0" fmla="*/ 350058 h 695325"/>
                <a:gd name="connsiteX1" fmla="*/ 562000 w 561975"/>
                <a:gd name="connsiteY1" fmla="*/ 80501 h 695325"/>
                <a:gd name="connsiteX2" fmla="*/ 80501 w 561975"/>
                <a:gd name="connsiteY2" fmla="*/ 138117 h 695325"/>
                <a:gd name="connsiteX3" fmla="*/ 138117 w 561975"/>
                <a:gd name="connsiteY3" fmla="*/ 619616 h 695325"/>
                <a:gd name="connsiteX4" fmla="*/ 562000 w 561975"/>
                <a:gd name="connsiteY4" fmla="*/ 619616 h 695325"/>
                <a:gd name="connsiteX5" fmla="*/ 431031 w 561975"/>
                <a:gd name="connsiteY5" fmla="*/ 35005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975" h="695325">
                  <a:moveTo>
                    <a:pt x="431031" y="350058"/>
                  </a:moveTo>
                  <a:cubicBezTo>
                    <a:pt x="430905" y="244845"/>
                    <a:pt x="479209" y="145428"/>
                    <a:pt x="562000" y="80501"/>
                  </a:cubicBezTo>
                  <a:cubicBezTo>
                    <a:pt x="413127" y="-36551"/>
                    <a:pt x="197553" y="-10756"/>
                    <a:pt x="80501" y="138117"/>
                  </a:cubicBezTo>
                  <a:cubicBezTo>
                    <a:pt x="-36551" y="286989"/>
                    <a:pt x="-10756" y="502564"/>
                    <a:pt x="138117" y="619616"/>
                  </a:cubicBezTo>
                  <a:cubicBezTo>
                    <a:pt x="262491" y="717406"/>
                    <a:pt x="437626" y="717406"/>
                    <a:pt x="562000" y="619616"/>
                  </a:cubicBezTo>
                  <a:cubicBezTo>
                    <a:pt x="479209" y="554688"/>
                    <a:pt x="430905" y="455272"/>
                    <a:pt x="431031" y="350058"/>
                  </a:cubicBezTo>
                  <a:close/>
                </a:path>
              </a:pathLst>
            </a:custGeom>
            <a:solidFill>
              <a:srgbClr val="EB0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3E7F0F-F4F9-4697-BB20-75C41DD9BA1C}"/>
                </a:ext>
              </a:extLst>
            </p:cNvPr>
            <p:cNvSpPr/>
            <p:nvPr/>
          </p:nvSpPr>
          <p:spPr bwMode="gray">
            <a:xfrm>
              <a:off x="803719" y="1309321"/>
              <a:ext cx="561975" cy="695324"/>
            </a:xfrm>
            <a:custGeom>
              <a:avLst/>
              <a:gdLst>
                <a:gd name="connsiteX0" fmla="*/ 561880 w 561975"/>
                <a:gd name="connsiteY0" fmla="*/ 349975 h 695325"/>
                <a:gd name="connsiteX1" fmla="*/ 218897 w 561975"/>
                <a:gd name="connsiteY1" fmla="*/ 692793 h 695325"/>
                <a:gd name="connsiteX2" fmla="*/ 7144 w 561975"/>
                <a:gd name="connsiteY2" fmla="*/ 619533 h 695325"/>
                <a:gd name="connsiteX3" fmla="*/ 64760 w 561975"/>
                <a:gd name="connsiteY3" fmla="*/ 138034 h 695325"/>
                <a:gd name="connsiteX4" fmla="*/ 7144 w 561975"/>
                <a:gd name="connsiteY4" fmla="*/ 80418 h 695325"/>
                <a:gd name="connsiteX5" fmla="*/ 488620 w 561975"/>
                <a:gd name="connsiteY5" fmla="*/ 138222 h 695325"/>
                <a:gd name="connsiteX6" fmla="*/ 561880 w 561975"/>
                <a:gd name="connsiteY6" fmla="*/ 349975 h 695325"/>
                <a:gd name="connsiteX7" fmla="*/ 529209 w 561975"/>
                <a:gd name="connsiteY7" fmla="*/ 562478 h 695325"/>
                <a:gd name="connsiteX8" fmla="*/ 529209 w 561975"/>
                <a:gd name="connsiteY8" fmla="*/ 551429 h 695325"/>
                <a:gd name="connsiteX9" fmla="*/ 533686 w 561975"/>
                <a:gd name="connsiteY9" fmla="*/ 551429 h 695325"/>
                <a:gd name="connsiteX10" fmla="*/ 533686 w 561975"/>
                <a:gd name="connsiteY10" fmla="*/ 549143 h 695325"/>
                <a:gd name="connsiteX11" fmla="*/ 522446 w 561975"/>
                <a:gd name="connsiteY11" fmla="*/ 549143 h 695325"/>
                <a:gd name="connsiteX12" fmla="*/ 522446 w 561975"/>
                <a:gd name="connsiteY12" fmla="*/ 551429 h 695325"/>
                <a:gd name="connsiteX13" fmla="*/ 526828 w 561975"/>
                <a:gd name="connsiteY13" fmla="*/ 551429 h 695325"/>
                <a:gd name="connsiteX14" fmla="*/ 526828 w 561975"/>
                <a:gd name="connsiteY14" fmla="*/ 562478 h 695325"/>
                <a:gd name="connsiteX15" fmla="*/ 551212 w 561975"/>
                <a:gd name="connsiteY15" fmla="*/ 562478 h 695325"/>
                <a:gd name="connsiteX16" fmla="*/ 551212 w 561975"/>
                <a:gd name="connsiteY16" fmla="*/ 549143 h 695325"/>
                <a:gd name="connsiteX17" fmla="*/ 547687 w 561975"/>
                <a:gd name="connsiteY17" fmla="*/ 549143 h 695325"/>
                <a:gd name="connsiteX18" fmla="*/ 543687 w 561975"/>
                <a:gd name="connsiteY18" fmla="*/ 558668 h 695325"/>
                <a:gd name="connsiteX19" fmla="*/ 539686 w 561975"/>
                <a:gd name="connsiteY19" fmla="*/ 549143 h 695325"/>
                <a:gd name="connsiteX20" fmla="*/ 536258 w 561975"/>
                <a:gd name="connsiteY20" fmla="*/ 549143 h 695325"/>
                <a:gd name="connsiteX21" fmla="*/ 536258 w 561975"/>
                <a:gd name="connsiteY21" fmla="*/ 562478 h 695325"/>
                <a:gd name="connsiteX22" fmla="*/ 538734 w 561975"/>
                <a:gd name="connsiteY22" fmla="*/ 562478 h 695325"/>
                <a:gd name="connsiteX23" fmla="*/ 538734 w 561975"/>
                <a:gd name="connsiteY23" fmla="*/ 552382 h 695325"/>
                <a:gd name="connsiteX24" fmla="*/ 542449 w 561975"/>
                <a:gd name="connsiteY24" fmla="*/ 561049 h 695325"/>
                <a:gd name="connsiteX25" fmla="*/ 545020 w 561975"/>
                <a:gd name="connsiteY25" fmla="*/ 561049 h 695325"/>
                <a:gd name="connsiteX26" fmla="*/ 548735 w 561975"/>
                <a:gd name="connsiteY26" fmla="*/ 552382 h 695325"/>
                <a:gd name="connsiteX27" fmla="*/ 548735 w 561975"/>
                <a:gd name="connsiteY27" fmla="*/ 562478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1975" h="695325">
                  <a:moveTo>
                    <a:pt x="561880" y="349975"/>
                  </a:moveTo>
                  <a:cubicBezTo>
                    <a:pt x="561834" y="539354"/>
                    <a:pt x="408276" y="692838"/>
                    <a:pt x="218897" y="692793"/>
                  </a:cubicBezTo>
                  <a:cubicBezTo>
                    <a:pt x="142100" y="692774"/>
                    <a:pt x="67533" y="666976"/>
                    <a:pt x="7144" y="619533"/>
                  </a:cubicBezTo>
                  <a:cubicBezTo>
                    <a:pt x="156016" y="502481"/>
                    <a:pt x="181812" y="286906"/>
                    <a:pt x="64760" y="138034"/>
                  </a:cubicBezTo>
                  <a:cubicBezTo>
                    <a:pt x="47913" y="116607"/>
                    <a:pt x="28571" y="97265"/>
                    <a:pt x="7144" y="80418"/>
                  </a:cubicBezTo>
                  <a:cubicBezTo>
                    <a:pt x="156062" y="-36576"/>
                    <a:pt x="371626" y="-10696"/>
                    <a:pt x="488620" y="138222"/>
                  </a:cubicBezTo>
                  <a:cubicBezTo>
                    <a:pt x="536063" y="198612"/>
                    <a:pt x="561861" y="273179"/>
                    <a:pt x="561880" y="349975"/>
                  </a:cubicBezTo>
                  <a:close/>
                  <a:moveTo>
                    <a:pt x="529209" y="562478"/>
                  </a:moveTo>
                  <a:lnTo>
                    <a:pt x="529209" y="551429"/>
                  </a:lnTo>
                  <a:lnTo>
                    <a:pt x="533686" y="551429"/>
                  </a:lnTo>
                  <a:lnTo>
                    <a:pt x="533686" y="549143"/>
                  </a:lnTo>
                  <a:lnTo>
                    <a:pt x="522446" y="549143"/>
                  </a:lnTo>
                  <a:lnTo>
                    <a:pt x="522446" y="551429"/>
                  </a:lnTo>
                  <a:lnTo>
                    <a:pt x="526828" y="551429"/>
                  </a:lnTo>
                  <a:lnTo>
                    <a:pt x="526828" y="562478"/>
                  </a:lnTo>
                  <a:close/>
                  <a:moveTo>
                    <a:pt x="551212" y="562478"/>
                  </a:moveTo>
                  <a:lnTo>
                    <a:pt x="551212" y="549143"/>
                  </a:lnTo>
                  <a:lnTo>
                    <a:pt x="547687" y="549143"/>
                  </a:lnTo>
                  <a:lnTo>
                    <a:pt x="543687" y="558668"/>
                  </a:lnTo>
                  <a:lnTo>
                    <a:pt x="539686" y="549143"/>
                  </a:lnTo>
                  <a:lnTo>
                    <a:pt x="536258" y="549143"/>
                  </a:lnTo>
                  <a:lnTo>
                    <a:pt x="536258" y="562478"/>
                  </a:lnTo>
                  <a:lnTo>
                    <a:pt x="538734" y="562478"/>
                  </a:lnTo>
                  <a:lnTo>
                    <a:pt x="538734" y="552382"/>
                  </a:lnTo>
                  <a:lnTo>
                    <a:pt x="542449" y="561049"/>
                  </a:lnTo>
                  <a:lnTo>
                    <a:pt x="545020" y="561049"/>
                  </a:lnTo>
                  <a:lnTo>
                    <a:pt x="548735" y="552382"/>
                  </a:lnTo>
                  <a:lnTo>
                    <a:pt x="548735" y="562478"/>
                  </a:lnTo>
                  <a:close/>
                </a:path>
              </a:pathLst>
            </a:custGeom>
            <a:solidFill>
              <a:srgbClr val="F79E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E39278-A34E-4D3E-B617-B1D519C8D6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72916" y="2717911"/>
            <a:ext cx="1334199" cy="212366"/>
          </a:xfrm>
        </p:spPr>
        <p:txBody>
          <a:bodyPr/>
          <a:lstStyle/>
          <a:p>
            <a:pPr algn="r"/>
            <a:r>
              <a:rPr lang="en-US" sz="1200" dirty="0"/>
              <a:t>Date </a:t>
            </a:r>
            <a:r>
              <a:rPr lang="en-US" sz="1200" u="sng" dirty="0"/>
              <a:t>25-08-2025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9DA619F-C7AF-4099-9B37-14ED574B8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591" y="2717911"/>
            <a:ext cx="6702552" cy="420611"/>
          </a:xfrm>
        </p:spPr>
        <p:txBody>
          <a:bodyPr/>
          <a:lstStyle/>
          <a:p>
            <a:r>
              <a:rPr lang="en-US" dirty="0"/>
              <a:t>Team Number 3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2E35D2-823B-4FB5-BC0A-2FFDD94E4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600" y="176908"/>
            <a:ext cx="6702552" cy="3240060"/>
          </a:xfrm>
        </p:spPr>
        <p:txBody>
          <a:bodyPr/>
          <a:lstStyle/>
          <a:p>
            <a:r>
              <a:rPr lang="en-US" dirty="0"/>
              <a:t>Problem Theme :</a:t>
            </a:r>
            <a:br>
              <a:rPr lang="en-US" dirty="0"/>
            </a:br>
            <a:r>
              <a:rPr lang="en-US" dirty="0"/>
              <a:t>Build a career tracking platform for skilled youth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80FA94-404C-1556-08FB-600A7774E75E}"/>
              </a:ext>
            </a:extLst>
          </p:cNvPr>
          <p:cNvSpPr txBox="1"/>
          <p:nvPr/>
        </p:nvSpPr>
        <p:spPr bwMode="gray">
          <a:xfrm>
            <a:off x="164591" y="3138522"/>
            <a:ext cx="3740102" cy="1387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bg1"/>
                </a:solidFill>
              </a:rPr>
              <a:t>Team Members Name:-</a:t>
            </a:r>
          </a:p>
          <a:p>
            <a:pPr marL="228600" indent="-228600">
              <a:lnSpc>
                <a:spcPct val="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1200" dirty="0">
                <a:solidFill>
                  <a:schemeClr val="bg1"/>
                </a:solidFill>
              </a:rPr>
              <a:t>Divyanshi</a:t>
            </a:r>
          </a:p>
          <a:p>
            <a:pPr marL="228600" indent="-228600">
              <a:lnSpc>
                <a:spcPct val="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1200" dirty="0">
                <a:solidFill>
                  <a:schemeClr val="bg1"/>
                </a:solidFill>
              </a:rPr>
              <a:t>Aadi Vinayak S</a:t>
            </a:r>
          </a:p>
          <a:p>
            <a:pPr marL="228600" indent="-228600">
              <a:lnSpc>
                <a:spcPct val="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1200" dirty="0">
                <a:solidFill>
                  <a:schemeClr val="bg1"/>
                </a:solidFill>
              </a:rPr>
              <a:t>Utkarsha </a:t>
            </a:r>
            <a:r>
              <a:rPr lang="en-IN" sz="1200" dirty="0" err="1">
                <a:solidFill>
                  <a:schemeClr val="bg1"/>
                </a:solidFill>
              </a:rPr>
              <a:t>Budhvant</a:t>
            </a:r>
            <a:endParaRPr lang="en-IN" sz="1200" dirty="0">
              <a:solidFill>
                <a:schemeClr val="bg1"/>
              </a:solidFill>
            </a:endParaRPr>
          </a:p>
          <a:p>
            <a:pPr marL="228600" indent="-228600">
              <a:lnSpc>
                <a:spcPct val="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1200" dirty="0">
                <a:solidFill>
                  <a:schemeClr val="bg1"/>
                </a:solidFill>
              </a:rPr>
              <a:t>Tanushree Naik</a:t>
            </a:r>
          </a:p>
          <a:p>
            <a:pPr marL="228600" indent="-228600">
              <a:lnSpc>
                <a:spcPct val="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1200" dirty="0" err="1">
                <a:solidFill>
                  <a:schemeClr val="bg1"/>
                </a:solidFill>
              </a:rPr>
              <a:t>Humanshu</a:t>
            </a:r>
            <a:r>
              <a:rPr lang="en-IN" sz="1200" dirty="0">
                <a:solidFill>
                  <a:schemeClr val="bg1"/>
                </a:solidFill>
              </a:rPr>
              <a:t> Ise</a:t>
            </a:r>
          </a:p>
          <a:p>
            <a:pPr marL="228600" indent="-228600">
              <a:lnSpc>
                <a:spcPct val="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1200" dirty="0">
                <a:solidFill>
                  <a:schemeClr val="bg1"/>
                </a:solidFill>
              </a:rPr>
              <a:t>Atharv Khatavkar</a:t>
            </a:r>
          </a:p>
          <a:p>
            <a:pPr marL="228600" indent="-228600">
              <a:lnSpc>
                <a:spcPct val="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1200" dirty="0">
                <a:solidFill>
                  <a:schemeClr val="bg1"/>
                </a:solidFill>
              </a:rPr>
              <a:t>Manasi </a:t>
            </a:r>
            <a:r>
              <a:rPr lang="en-IN" sz="1200" dirty="0" err="1">
                <a:solidFill>
                  <a:schemeClr val="bg1"/>
                </a:solidFill>
              </a:rPr>
              <a:t>Phand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504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5AA59A-CC86-4793-8671-F57A80EBBE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AB2DB24-5BB4-4F1B-973E-A10FA63DFB9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D9B1AD-739A-4FED-B0C5-22B7D37815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83469-7A2E-4F74-A1ED-9A47651513B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FAD4EF5-B941-4C55-A3F1-0D7827600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 brief: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8870248-2964-7B1A-5261-350219F6990A}"/>
              </a:ext>
            </a:extLst>
          </p:cNvPr>
          <p:cNvSpPr>
            <a:spLocks noGrp="1" noChangeArrowheads="1"/>
          </p:cNvSpPr>
          <p:nvPr>
            <p:ph type="body" idx="13"/>
          </p:nvPr>
        </p:nvSpPr>
        <p:spPr bwMode="auto">
          <a:xfrm>
            <a:off x="386090" y="638909"/>
            <a:ext cx="8503614" cy="3370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Y4D lacks a transparent and scalable system for tracking long-term employment progress of placed students.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There is no centralized, role-based portal where students, clerks, and administrators can collaboratively update, verify, and monitor career credentials and employment outcomes.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absence leads to poor data quality on student career progress and credentials.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Delayed interventions occur because current information is difficult to access and validate.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Inefficient measurement of program impact results from fragmented and manual processes.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645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8B78A1-066D-FD5E-FD04-F80CD41612C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AB2DB24-5BB4-4F1B-973E-A10FA63DFB9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2190D1-E71F-EFAD-63EC-D8A8E8604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B311F-5AB3-FD60-1CE5-FC6844E6EF7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A42F98-6C9F-3F4D-6009-0D0C27F38FD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4594" y="502921"/>
            <a:ext cx="8077620" cy="717196"/>
          </a:xfrm>
        </p:spPr>
        <p:txBody>
          <a:bodyPr/>
          <a:lstStyle/>
          <a:p>
            <a:r>
              <a:rPr lang="en-IN" sz="1600" b="1" dirty="0"/>
              <a:t>Architecture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2275D12-16E0-C775-A3BC-9694D464A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Solution Overview: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C2DAD6-A2F0-C7B2-21D0-3BF66C7C7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3" y="751247"/>
            <a:ext cx="7155934" cy="388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187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A43D0B-8BF5-2A81-CBC8-4EEA37D5108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AB2DB24-5BB4-4F1B-973E-A10FA63DFB9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70990C-13F0-0A91-97EB-C06DA7F96F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520C2-7DE5-65FF-8B16-753F4B8786A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092CF80-9B63-8858-A264-6523EC533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High Level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38207A-B079-09E1-E352-9A993B3496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91" t="24428" r="17954" b="22912"/>
          <a:stretch>
            <a:fillRect/>
          </a:stretch>
        </p:blipFill>
        <p:spPr>
          <a:xfrm>
            <a:off x="926313" y="856390"/>
            <a:ext cx="7291374" cy="343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886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364D48-71DC-E7E6-217B-8ACF09DF23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AB2DB24-5BB4-4F1B-973E-A10FA63DFB9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1CDE9D-BD94-5FE9-5C15-9F144CF4BD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0F777-6A7C-64B2-F8E5-306EFFD75D7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07D8CEF-F2A7-B5E6-1FDF-0A08C3282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Demo/Prototype</a:t>
            </a:r>
          </a:p>
        </p:txBody>
      </p:sp>
      <p:pic>
        <p:nvPicPr>
          <p:cNvPr id="8" name="VIDEONEW">
            <a:hlinkClick r:id="" action="ppaction://media"/>
            <a:extLst>
              <a:ext uri="{FF2B5EF4-FFF2-40B4-BE49-F238E27FC236}">
                <a16:creationId xmlns:a16="http://schemas.microsoft.com/office/drawing/2014/main" id="{6DCBC4B0-E54F-6104-70E0-5392B412D5B8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806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628650"/>
            <a:ext cx="7315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0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C57507-3413-D1B5-3D03-8F294C5B14B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AB2DB24-5BB4-4F1B-973E-A10FA63DFB9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FD591D-E479-83F1-0CBC-99626A04FDB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450EC-5CF8-8D97-D336-EA096D46AF3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A3E23E-97E6-7D2C-DE4F-4C4D78B7B6C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4592" y="727556"/>
            <a:ext cx="8247888" cy="31363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/>
              <a:t>Frontend:</a:t>
            </a:r>
            <a:r>
              <a:rPr lang="en-IN" dirty="0"/>
              <a:t> React.js + Tailwind CSS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/>
              <a:t>Backend:</a:t>
            </a:r>
            <a:r>
              <a:rPr lang="en-IN" dirty="0"/>
              <a:t> Node.js + Express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/>
              <a:t>Database:</a:t>
            </a:r>
            <a:r>
              <a:rPr lang="en-IN" dirty="0"/>
              <a:t> MongoDB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/>
              <a:t>Auth &amp; Security:</a:t>
            </a:r>
            <a:r>
              <a:rPr lang="en-IN" dirty="0"/>
              <a:t> JWT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5B09AEC-A705-573C-E7B3-27770D522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Technology Stack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D8A20D1-C25F-AA9B-4499-5E5E40A7B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8707" y="1031923"/>
            <a:ext cx="480647" cy="417954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6A74E3C-EACE-E1CF-150F-D21CA55C74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80168" y="1754244"/>
            <a:ext cx="479186" cy="29319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BFCF204-2A09-57E2-B552-53E5993475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8707" y="3007321"/>
            <a:ext cx="406681" cy="40668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E047BA8-DBB2-F49F-E4F0-1B8B569343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72354" y="2478306"/>
            <a:ext cx="693351" cy="1868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918CD4-43B3-54CE-0F91-FE1BE3B3411D}"/>
              </a:ext>
            </a:extLst>
          </p:cNvPr>
          <p:cNvSpPr txBox="1"/>
          <p:nvPr/>
        </p:nvSpPr>
        <p:spPr bwMode="gray">
          <a:xfrm>
            <a:off x="3836900" y="347473"/>
            <a:ext cx="4572000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We used React.js for the frontend to build a dynamic and responsive user interface compatible with PC, tablet, and mobile devices.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The backend is built with Node.js and Express.js, responsible for handling API requests, business logic, and role-based authentication for students, clerks, and admins.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MongoDB is our database choice, providing a flexible NoSQL storage for student profiles, documents, and employment data with support for secure encryption.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User authentication is managed using JWT (JSON Web Tokens) to ensure secure and seamless login and session handling.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The system implements role-based access control to maintain data privacy across different user types.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7397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84E54-CB99-A068-70F8-62D9EE299E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AB2DB24-5BB4-4F1B-973E-A10FA63DFB9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773EA8-1AF7-48D7-BED3-1617DCD342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DB527-5BBA-31C0-6FB2-60BDD8B050B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54791D-95DC-C649-865C-8B3A6DCC3E7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4592" y="727556"/>
            <a:ext cx="8500136" cy="4083256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Scalability &amp; Integration</a:t>
            </a:r>
            <a:endParaRPr lang="en-US" dirty="0"/>
          </a:p>
          <a:p>
            <a:pPr fontAlgn="base">
              <a:lnSpc>
                <a:spcPct val="100000"/>
              </a:lnSpc>
            </a:pPr>
            <a:r>
              <a:rPr lang="en-US" dirty="0"/>
              <a:t>The MERN stack architecture supports easy horizontal scaling to accommodate growing user numbers across students, clerks, and admins.</a:t>
            </a:r>
          </a:p>
          <a:p>
            <a:pPr fontAlgn="base">
              <a:lnSpc>
                <a:spcPct val="100000"/>
              </a:lnSpc>
            </a:pPr>
            <a:r>
              <a:rPr lang="en-US" dirty="0"/>
              <a:t>Modular RESTful APIs enable seamless integration with external systems, such as government employment portals or partner training platforms.</a:t>
            </a:r>
          </a:p>
          <a:p>
            <a:pPr fontAlgn="base">
              <a:lnSpc>
                <a:spcPct val="100000"/>
              </a:lnSpc>
            </a:pPr>
            <a:r>
              <a:rPr lang="en-US" dirty="0"/>
              <a:t>Cloud deployment in future phases will provide elastic resources for high availability and performance during peak </a:t>
            </a:r>
          </a:p>
          <a:p>
            <a:pPr marL="285750" indent="-285750" fontAlgn="base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Additional Use Cases</a:t>
            </a:r>
            <a:endParaRPr lang="en-US" dirty="0"/>
          </a:p>
          <a:p>
            <a:pPr fontAlgn="base">
              <a:lnSpc>
                <a:spcPct val="100000"/>
              </a:lnSpc>
            </a:pPr>
            <a:r>
              <a:rPr lang="en-US" dirty="0"/>
              <a:t>Leveraging the portal’s data, predictive analytics can be developed to identify at-risk students and recommend timely interventions.</a:t>
            </a:r>
          </a:p>
          <a:p>
            <a:pPr fontAlgn="base">
              <a:lnSpc>
                <a:spcPct val="100000"/>
              </a:lnSpc>
            </a:pPr>
            <a:r>
              <a:rPr lang="en-US" dirty="0"/>
              <a:t>The platform can be extended to include employer feedback and job market insights to enhance job matching quality.</a:t>
            </a:r>
          </a:p>
          <a:p>
            <a:pPr fontAlgn="base">
              <a:lnSpc>
                <a:spcPct val="100000"/>
              </a:lnSpc>
            </a:pPr>
            <a:r>
              <a:rPr lang="en-US" dirty="0"/>
              <a:t>Integration of skill certification verification and connection with learning management systems can broaden the ecosystem.</a:t>
            </a:r>
          </a:p>
          <a:p>
            <a:pPr fontAlgn="base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546F146-52E9-6498-5E95-8A6B15C6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4" y="192025"/>
            <a:ext cx="8412854" cy="341632"/>
          </a:xfrm>
        </p:spPr>
        <p:txBody>
          <a:bodyPr/>
          <a:lstStyle/>
          <a:p>
            <a:r>
              <a:rPr lang="en-IN" sz="1800" b="1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356636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914856-DD6F-ED46-BE4D-42061FE4BD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AB2DB24-5BB4-4F1B-973E-A10FA63DFB9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B96155-4BA9-AACA-1837-072652BEDB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1D3C5-3A08-728A-A3E6-9BA69460D90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4D51D2-CB3F-EE3D-0BE0-6D05671616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791" y="287544"/>
            <a:ext cx="8137365" cy="3587563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Future Scope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1.Integration with AI/ML for career prediction and dropout risk analysis.</a:t>
            </a:r>
          </a:p>
          <a:p>
            <a:pPr>
              <a:lnSpc>
                <a:spcPct val="100000"/>
              </a:lnSpc>
            </a:pPr>
            <a:r>
              <a:rPr lang="en-US" dirty="0"/>
              <a:t>2.Advanced data visualization dashboards for real-time insights.</a:t>
            </a:r>
          </a:p>
          <a:p>
            <a:pPr>
              <a:lnSpc>
                <a:spcPct val="100000"/>
              </a:lnSpc>
            </a:pPr>
            <a:r>
              <a:rPr lang="en-US" dirty="0"/>
              <a:t>3.Automated document verification using OCR &amp; blockchain for authenticity.</a:t>
            </a:r>
          </a:p>
          <a:p>
            <a:pPr>
              <a:lnSpc>
                <a:spcPct val="100000"/>
              </a:lnSpc>
            </a:pPr>
            <a:r>
              <a:rPr lang="en-US" dirty="0"/>
              <a:t>4.Expansion to include alumni networking and mentorship features.</a:t>
            </a:r>
          </a:p>
          <a:p>
            <a:pPr>
              <a:lnSpc>
                <a:spcPct val="100000"/>
              </a:lnSpc>
            </a:pPr>
            <a:r>
              <a:rPr lang="en-US" dirty="0"/>
              <a:t>5.Potential to scale as a nationwide digital student career tracking system.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3932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84E54-CB99-A068-70F8-62D9EE299E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AB2DB24-5BB4-4F1B-973E-A10FA63DFB9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773EA8-1AF7-48D7-BED3-1617DCD342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DB527-5BBA-31C0-6FB2-60BDD8B050B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August 20, 2024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546F146-52E9-6498-5E95-8A6B15C6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492" y="1573084"/>
            <a:ext cx="8412854" cy="1685077"/>
          </a:xfrm>
        </p:spPr>
        <p:txBody>
          <a:bodyPr/>
          <a:lstStyle/>
          <a:p>
            <a:pPr algn="ctr"/>
            <a:r>
              <a:rPr lang="en-IN" sz="11500" dirty="0">
                <a:solidFill>
                  <a:schemeClr val="bg1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029819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mc_template_20190705">
  <a:themeElements>
    <a:clrScheme name="Mastercard 2016 Aug 19">
      <a:dk1>
        <a:srgbClr val="171717"/>
      </a:dk1>
      <a:lt1>
        <a:srgbClr val="F7F7F7"/>
      </a:lt1>
      <a:dk2>
        <a:srgbClr val="171717"/>
      </a:dk2>
      <a:lt2>
        <a:srgbClr val="D22A2F"/>
      </a:lt2>
      <a:accent1>
        <a:srgbClr val="FF671B"/>
      </a:accent1>
      <a:accent2>
        <a:srgbClr val="F38B00"/>
      </a:accent2>
      <a:accent3>
        <a:srgbClr val="FFC81F"/>
      </a:accent3>
      <a:accent4>
        <a:srgbClr val="8DB92E"/>
      </a:accent4>
      <a:accent5>
        <a:srgbClr val="4FCDB0"/>
      </a:accent5>
      <a:accent6>
        <a:srgbClr val="E8E8E8"/>
      </a:accent6>
      <a:hlink>
        <a:srgbClr val="0563C1"/>
      </a:hlink>
      <a:folHlink>
        <a:srgbClr val="E8E8E8"/>
      </a:folHlink>
    </a:clrScheme>
    <a:fontScheme name="Mastercard 2016 Mark Offc Sept12">
      <a:majorFont>
        <a:latin typeface="Mark Offc For MC Light"/>
        <a:ea typeface=""/>
        <a:cs typeface=""/>
      </a:majorFont>
      <a:minorFont>
        <a:latin typeface="MarkForMC Nrw 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ln>
          <a:noFill/>
        </a:ln>
      </a:spPr>
      <a:bodyPr rtlCol="0" anchor="ctr"/>
      <a:lstStyle>
        <a:defPPr algn="ctr">
          <a:defRPr sz="14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rtlCol="0">
        <a:spAutoFit/>
      </a:bodyPr>
      <a:lstStyle>
        <a:defPPr>
          <a:lnSpc>
            <a:spcPct val="90000"/>
          </a:lnSpc>
          <a:spcBef>
            <a:spcPts val="600"/>
          </a:spcBef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c_template_8ST.potx" id="{5405C9FA-591B-423D-9861-604982ED4834}" vid="{BE2D1D4B-5B21-44CB-8F77-9C461D51DBB5}"/>
    </a:ext>
  </a:extLst>
</a:theme>
</file>

<file path=ppt/theme/theme2.xml><?xml version="1.0" encoding="utf-8"?>
<a:theme xmlns:a="http://schemas.openxmlformats.org/drawingml/2006/main" name="Office Theme">
  <a:themeElements>
    <a:clrScheme name="Mastercard 2016 Aug 19">
      <a:dk1>
        <a:srgbClr val="171717"/>
      </a:dk1>
      <a:lt1>
        <a:srgbClr val="F7F7F7"/>
      </a:lt1>
      <a:dk2>
        <a:srgbClr val="171717"/>
      </a:dk2>
      <a:lt2>
        <a:srgbClr val="D22A2F"/>
      </a:lt2>
      <a:accent1>
        <a:srgbClr val="FF671B"/>
      </a:accent1>
      <a:accent2>
        <a:srgbClr val="F38B00"/>
      </a:accent2>
      <a:accent3>
        <a:srgbClr val="FFC81F"/>
      </a:accent3>
      <a:accent4>
        <a:srgbClr val="8DB92E"/>
      </a:accent4>
      <a:accent5>
        <a:srgbClr val="4FCDB0"/>
      </a:accent5>
      <a:accent6>
        <a:srgbClr val="E8E8E8"/>
      </a:accent6>
      <a:hlink>
        <a:srgbClr val="0563C1"/>
      </a:hlink>
      <a:folHlink>
        <a:srgbClr val="E8E8E8"/>
      </a:folHlink>
    </a:clrScheme>
    <a:fontScheme name="Mastercard 2016 Mark Offc Sept10">
      <a:majorFont>
        <a:latin typeface="Mark Offc For MC Light"/>
        <a:ea typeface=""/>
        <a:cs typeface=""/>
      </a:majorFont>
      <a:minorFont>
        <a:latin typeface="MarkForMC Nrw PP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astercard 2016 Aug 19">
      <a:dk1>
        <a:srgbClr val="171717"/>
      </a:dk1>
      <a:lt1>
        <a:srgbClr val="F7F7F7"/>
      </a:lt1>
      <a:dk2>
        <a:srgbClr val="171717"/>
      </a:dk2>
      <a:lt2>
        <a:srgbClr val="D22A2F"/>
      </a:lt2>
      <a:accent1>
        <a:srgbClr val="FF671B"/>
      </a:accent1>
      <a:accent2>
        <a:srgbClr val="F38B00"/>
      </a:accent2>
      <a:accent3>
        <a:srgbClr val="FFC81F"/>
      </a:accent3>
      <a:accent4>
        <a:srgbClr val="8DB92E"/>
      </a:accent4>
      <a:accent5>
        <a:srgbClr val="4FCDB0"/>
      </a:accent5>
      <a:accent6>
        <a:srgbClr val="E8E8E8"/>
      </a:accent6>
      <a:hlink>
        <a:srgbClr val="0563C1"/>
      </a:hlink>
      <a:folHlink>
        <a:srgbClr val="E8E8E8"/>
      </a:folHlink>
    </a:clrScheme>
    <a:fontScheme name="Mastercard 2016 Mark Offc Sept10">
      <a:majorFont>
        <a:latin typeface="Mark Offc For MC Light"/>
        <a:ea typeface=""/>
        <a:cs typeface=""/>
      </a:majorFont>
      <a:minorFont>
        <a:latin typeface="MarkForMC Nrw PP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astercard 2016 Aug 19">
    <a:dk1>
      <a:srgbClr val="171717"/>
    </a:dk1>
    <a:lt1>
      <a:srgbClr val="F7F7F7"/>
    </a:lt1>
    <a:dk2>
      <a:srgbClr val="171717"/>
    </a:dk2>
    <a:lt2>
      <a:srgbClr val="D22A2F"/>
    </a:lt2>
    <a:accent1>
      <a:srgbClr val="FF671B"/>
    </a:accent1>
    <a:accent2>
      <a:srgbClr val="F38B00"/>
    </a:accent2>
    <a:accent3>
      <a:srgbClr val="FFC81F"/>
    </a:accent3>
    <a:accent4>
      <a:srgbClr val="8DB92E"/>
    </a:accent4>
    <a:accent5>
      <a:srgbClr val="4FCDB0"/>
    </a:accent5>
    <a:accent6>
      <a:srgbClr val="E8E8E8"/>
    </a:accent6>
    <a:hlink>
      <a:srgbClr val="0563C1"/>
    </a:hlink>
    <a:folHlink>
      <a:srgbClr val="E8E8E8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9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F2869AB-A7E6-49DA-B356-DAF3EDC1EE6B}">
  <we:reference id="ff1b65c4-be5a-40bc-9967-5937b8daad41" version="1.0.0.1" store="EXCatalog" storeType="EXCatalog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507</Words>
  <Application>Microsoft Office PowerPoint</Application>
  <PresentationFormat>On-screen Show (16:9)</PresentationFormat>
  <Paragraphs>67</Paragraphs>
  <Slides>9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mc_template_20190705</vt:lpstr>
      <vt:lpstr>Problem Theme : Build a career tracking platform for skilled youth  </vt:lpstr>
      <vt:lpstr>Problem Statement brief:</vt:lpstr>
      <vt:lpstr>Solution Overview:</vt:lpstr>
      <vt:lpstr>High Level Diagram</vt:lpstr>
      <vt:lpstr>Demo/Prototype</vt:lpstr>
      <vt:lpstr>Technology Stack</vt:lpstr>
      <vt:lpstr>Impact</vt:lpstr>
      <vt:lpstr>PowerPoint Presentation</vt:lpstr>
      <vt:lpstr>Q&amp;A</vt:lpstr>
    </vt:vector>
  </TitlesOfParts>
  <Company>mastercard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Singh</dc:creator>
  <cp:lastModifiedBy>Tanushree Naik</cp:lastModifiedBy>
  <cp:revision>16</cp:revision>
  <dcterms:created xsi:type="dcterms:W3CDTF">2024-08-20T11:50:05Z</dcterms:created>
  <dcterms:modified xsi:type="dcterms:W3CDTF">2025-08-25T11:57:07Z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c_template_date">
    <vt:lpwstr>20191108</vt:lpwstr>
  </property>
  <property fmtid="{D5CDD505-2E9C-101B-9397-08002B2CF9AE}" pid="3" name="MSIP_Label_df2f77bf-ac71-4d31-be38-cc6a5f811e56_Enabled">
    <vt:lpwstr>true</vt:lpwstr>
  </property>
  <property fmtid="{D5CDD505-2E9C-101B-9397-08002B2CF9AE}" pid="4" name="MSIP_Label_df2f77bf-ac71-4d31-be38-cc6a5f811e56_SetDate">
    <vt:lpwstr>2024-08-20T11:54:20Z</vt:lpwstr>
  </property>
  <property fmtid="{D5CDD505-2E9C-101B-9397-08002B2CF9AE}" pid="5" name="MSIP_Label_df2f77bf-ac71-4d31-be38-cc6a5f811e56_Method">
    <vt:lpwstr>Privileged</vt:lpwstr>
  </property>
  <property fmtid="{D5CDD505-2E9C-101B-9397-08002B2CF9AE}" pid="6" name="MSIP_Label_df2f77bf-ac71-4d31-be38-cc6a5f811e56_Name">
    <vt:lpwstr>Restricted</vt:lpwstr>
  </property>
  <property fmtid="{D5CDD505-2E9C-101B-9397-08002B2CF9AE}" pid="7" name="MSIP_Label_df2f77bf-ac71-4d31-be38-cc6a5f811e56_SiteId">
    <vt:lpwstr>f06fa858-824b-4a85-aacb-f372cfdc282e</vt:lpwstr>
  </property>
  <property fmtid="{D5CDD505-2E9C-101B-9397-08002B2CF9AE}" pid="8" name="MSIP_Label_df2f77bf-ac71-4d31-be38-cc6a5f811e56_ActionId">
    <vt:lpwstr>51f50a6a-e003-49ef-8359-9b2dfcb31210</vt:lpwstr>
  </property>
  <property fmtid="{D5CDD505-2E9C-101B-9397-08002B2CF9AE}" pid="9" name="MSIP_Label_df2f77bf-ac71-4d31-be38-cc6a5f811e56_ContentBits">
    <vt:lpwstr>0</vt:lpwstr>
  </property>
</Properties>
</file>